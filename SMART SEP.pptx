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MIT PAL" userId="6e35d3540e123103" providerId="LiveId" clId="{4B718DBD-4184-40D8-AEA2-E88291C600C9}"/>
    <pc:docChg chg="modSld">
      <pc:chgData name="SUMIT PAL" userId="6e35d3540e123103" providerId="LiveId" clId="{4B718DBD-4184-40D8-AEA2-E88291C600C9}" dt="2026-03-09T10:46:39.729" v="4" actId="2711"/>
      <pc:docMkLst>
        <pc:docMk/>
      </pc:docMkLst>
      <pc:sldChg chg="modSp mod">
        <pc:chgData name="SUMIT PAL" userId="6e35d3540e123103" providerId="LiveId" clId="{4B718DBD-4184-40D8-AEA2-E88291C600C9}" dt="2026-03-09T10:46:03.170" v="0" actId="1076"/>
        <pc:sldMkLst>
          <pc:docMk/>
          <pc:sldMk cId="0" sldId="256"/>
        </pc:sldMkLst>
        <pc:spChg chg="mod">
          <ac:chgData name="SUMIT PAL" userId="6e35d3540e123103" providerId="LiveId" clId="{4B718DBD-4184-40D8-AEA2-E88291C600C9}" dt="2026-03-09T10:46:03.170" v="0" actId="1076"/>
          <ac:spMkLst>
            <pc:docMk/>
            <pc:sldMk cId="0" sldId="256"/>
            <ac:spMk id="11" creationId="{00000000-0000-0000-0000-000000000000}"/>
          </ac:spMkLst>
        </pc:spChg>
      </pc:sldChg>
      <pc:sldChg chg="modSp mod">
        <pc:chgData name="SUMIT PAL" userId="6e35d3540e123103" providerId="LiveId" clId="{4B718DBD-4184-40D8-AEA2-E88291C600C9}" dt="2026-03-09T10:46:39.729" v="4" actId="2711"/>
        <pc:sldMkLst>
          <pc:docMk/>
          <pc:sldMk cId="0" sldId="257"/>
        </pc:sldMkLst>
        <pc:spChg chg="mod">
          <ac:chgData name="SUMIT PAL" userId="6e35d3540e123103" providerId="LiveId" clId="{4B718DBD-4184-40D8-AEA2-E88291C600C9}" dt="2026-03-09T10:46:39.729" v="4" actId="2711"/>
          <ac:spMkLst>
            <pc:docMk/>
            <pc:sldMk cId="0" sldId="257"/>
            <ac:spMk id="7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5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5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5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5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8BA7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65885" y="701885"/>
            <a:ext cx="13556229" cy="6578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5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53058" y="1821182"/>
            <a:ext cx="16581882" cy="30714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69702" y="550663"/>
            <a:ext cx="15944850" cy="9182100"/>
          </a:xfrm>
          <a:custGeom>
            <a:avLst/>
            <a:gdLst/>
            <a:ahLst/>
            <a:cxnLst/>
            <a:rect l="l" t="t" r="r" b="b"/>
            <a:pathLst>
              <a:path w="15944850" h="9182100">
                <a:moveTo>
                  <a:pt x="15944848" y="9182099"/>
                </a:moveTo>
                <a:lnTo>
                  <a:pt x="0" y="9182099"/>
                </a:lnTo>
                <a:lnTo>
                  <a:pt x="0" y="0"/>
                </a:lnTo>
                <a:lnTo>
                  <a:pt x="15944848" y="0"/>
                </a:lnTo>
                <a:lnTo>
                  <a:pt x="15944848" y="9182099"/>
                </a:lnTo>
                <a:close/>
              </a:path>
            </a:pathLst>
          </a:custGeom>
          <a:solidFill>
            <a:srgbClr val="2A33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38160" y="772149"/>
            <a:ext cx="8749665" cy="20535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300" b="1" spc="185" dirty="0">
                <a:solidFill>
                  <a:srgbClr val="FFF9F2"/>
                </a:solidFill>
                <a:latin typeface="Trebuchet MS"/>
                <a:cs typeface="Trebuchet MS"/>
              </a:rPr>
              <a:t>SMAR</a:t>
            </a:r>
            <a:r>
              <a:rPr sz="13300" b="1" spc="-745" dirty="0">
                <a:solidFill>
                  <a:srgbClr val="FFF9F2"/>
                </a:solidFill>
                <a:latin typeface="Trebuchet MS"/>
                <a:cs typeface="Trebuchet MS"/>
              </a:rPr>
              <a:t>T</a:t>
            </a:r>
            <a:r>
              <a:rPr sz="13300" b="1" spc="850" dirty="0">
                <a:solidFill>
                  <a:srgbClr val="FFF9F2"/>
                </a:solidFill>
                <a:latin typeface="Trebuchet MS"/>
                <a:cs typeface="Trebuchet MS"/>
              </a:rPr>
              <a:t> </a:t>
            </a:r>
            <a:r>
              <a:rPr sz="13300" b="1" spc="285" dirty="0">
                <a:solidFill>
                  <a:srgbClr val="FFF9F2"/>
                </a:solidFill>
                <a:latin typeface="Trebuchet MS"/>
                <a:cs typeface="Trebuchet MS"/>
              </a:rPr>
              <a:t>SE</a:t>
            </a:r>
            <a:r>
              <a:rPr sz="13300" b="1" spc="-645" dirty="0">
                <a:solidFill>
                  <a:srgbClr val="FFF9F2"/>
                </a:solidFill>
                <a:latin typeface="Trebuchet MS"/>
                <a:cs typeface="Trebuchet MS"/>
              </a:rPr>
              <a:t>P</a:t>
            </a:r>
            <a:endParaRPr sz="133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96821" y="0"/>
            <a:ext cx="17591405" cy="10124440"/>
            <a:chOff x="696821" y="0"/>
            <a:chExt cx="17591405" cy="10124440"/>
          </a:xfrm>
        </p:grpSpPr>
        <p:sp>
          <p:nvSpPr>
            <p:cNvPr id="5" name="object 5"/>
            <p:cNvSpPr/>
            <p:nvPr/>
          </p:nvSpPr>
          <p:spPr>
            <a:xfrm>
              <a:off x="5271641" y="2849881"/>
              <a:ext cx="6854190" cy="0"/>
            </a:xfrm>
            <a:custGeom>
              <a:avLst/>
              <a:gdLst/>
              <a:ahLst/>
              <a:cxnLst/>
              <a:rect l="l" t="t" r="r" b="b"/>
              <a:pathLst>
                <a:path w="6854190">
                  <a:moveTo>
                    <a:pt x="0" y="0"/>
                  </a:moveTo>
                  <a:lnTo>
                    <a:pt x="6854090" y="0"/>
                  </a:lnTo>
                </a:path>
              </a:pathLst>
            </a:custGeom>
            <a:ln w="47624">
              <a:solidFill>
                <a:srgbClr val="FFF9F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32614" y="4343003"/>
              <a:ext cx="5123469" cy="578082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5323010" y="0"/>
              <a:ext cx="2965450" cy="2965450"/>
            </a:xfrm>
            <a:custGeom>
              <a:avLst/>
              <a:gdLst/>
              <a:ahLst/>
              <a:cxnLst/>
              <a:rect l="l" t="t" r="r" b="b"/>
              <a:pathLst>
                <a:path w="2965450" h="2965450">
                  <a:moveTo>
                    <a:pt x="2315045" y="2939587"/>
                  </a:moveTo>
                  <a:lnTo>
                    <a:pt x="1557529" y="2939587"/>
                  </a:lnTo>
                  <a:lnTo>
                    <a:pt x="1289445" y="2863387"/>
                  </a:lnTo>
                  <a:lnTo>
                    <a:pt x="1246339" y="2850687"/>
                  </a:lnTo>
                  <a:lnTo>
                    <a:pt x="1203719" y="2825287"/>
                  </a:lnTo>
                  <a:lnTo>
                    <a:pt x="1161601" y="2812587"/>
                  </a:lnTo>
                  <a:lnTo>
                    <a:pt x="1119997" y="2787187"/>
                  </a:lnTo>
                  <a:lnTo>
                    <a:pt x="1078922" y="2774487"/>
                  </a:lnTo>
                  <a:lnTo>
                    <a:pt x="998412" y="2723687"/>
                  </a:lnTo>
                  <a:lnTo>
                    <a:pt x="959006" y="2710987"/>
                  </a:lnTo>
                  <a:lnTo>
                    <a:pt x="920183" y="2685587"/>
                  </a:lnTo>
                  <a:lnTo>
                    <a:pt x="881958" y="2660187"/>
                  </a:lnTo>
                  <a:lnTo>
                    <a:pt x="844345" y="2634787"/>
                  </a:lnTo>
                  <a:lnTo>
                    <a:pt x="807358" y="2609387"/>
                  </a:lnTo>
                  <a:lnTo>
                    <a:pt x="771010" y="2583987"/>
                  </a:lnTo>
                  <a:lnTo>
                    <a:pt x="735315" y="2558587"/>
                  </a:lnTo>
                  <a:lnTo>
                    <a:pt x="700287" y="2520487"/>
                  </a:lnTo>
                  <a:lnTo>
                    <a:pt x="665940" y="2495087"/>
                  </a:lnTo>
                  <a:lnTo>
                    <a:pt x="632289" y="2469687"/>
                  </a:lnTo>
                  <a:lnTo>
                    <a:pt x="599346" y="2431587"/>
                  </a:lnTo>
                  <a:lnTo>
                    <a:pt x="567125" y="2406187"/>
                  </a:lnTo>
                  <a:lnTo>
                    <a:pt x="535641" y="2368087"/>
                  </a:lnTo>
                  <a:lnTo>
                    <a:pt x="504908" y="2342687"/>
                  </a:lnTo>
                  <a:lnTo>
                    <a:pt x="474938" y="2304587"/>
                  </a:lnTo>
                  <a:lnTo>
                    <a:pt x="445747" y="2266487"/>
                  </a:lnTo>
                  <a:lnTo>
                    <a:pt x="417348" y="2241087"/>
                  </a:lnTo>
                  <a:lnTo>
                    <a:pt x="389754" y="2202987"/>
                  </a:lnTo>
                  <a:lnTo>
                    <a:pt x="362980" y="2164887"/>
                  </a:lnTo>
                  <a:lnTo>
                    <a:pt x="337040" y="2126787"/>
                  </a:lnTo>
                  <a:lnTo>
                    <a:pt x="311947" y="2088687"/>
                  </a:lnTo>
                  <a:lnTo>
                    <a:pt x="287716" y="2050587"/>
                  </a:lnTo>
                  <a:lnTo>
                    <a:pt x="264360" y="2012487"/>
                  </a:lnTo>
                  <a:lnTo>
                    <a:pt x="241892" y="1974387"/>
                  </a:lnTo>
                  <a:lnTo>
                    <a:pt x="220328" y="1936287"/>
                  </a:lnTo>
                  <a:lnTo>
                    <a:pt x="199680" y="1898187"/>
                  </a:lnTo>
                  <a:lnTo>
                    <a:pt x="179963" y="1847387"/>
                  </a:lnTo>
                  <a:lnTo>
                    <a:pt x="161190" y="1809287"/>
                  </a:lnTo>
                  <a:lnTo>
                    <a:pt x="143376" y="1771187"/>
                  </a:lnTo>
                  <a:lnTo>
                    <a:pt x="126534" y="1720387"/>
                  </a:lnTo>
                  <a:lnTo>
                    <a:pt x="110678" y="1682287"/>
                  </a:lnTo>
                  <a:lnTo>
                    <a:pt x="95822" y="1644187"/>
                  </a:lnTo>
                  <a:lnTo>
                    <a:pt x="81980" y="1593387"/>
                  </a:lnTo>
                  <a:lnTo>
                    <a:pt x="69166" y="1555287"/>
                  </a:lnTo>
                  <a:lnTo>
                    <a:pt x="57393" y="1504487"/>
                  </a:lnTo>
                  <a:lnTo>
                    <a:pt x="46675" y="1453687"/>
                  </a:lnTo>
                  <a:lnTo>
                    <a:pt x="37027" y="1415587"/>
                  </a:lnTo>
                  <a:lnTo>
                    <a:pt x="28462" y="1364787"/>
                  </a:lnTo>
                  <a:lnTo>
                    <a:pt x="20994" y="1326687"/>
                  </a:lnTo>
                  <a:lnTo>
                    <a:pt x="14637" y="1275887"/>
                  </a:lnTo>
                  <a:lnTo>
                    <a:pt x="9404" y="1225087"/>
                  </a:lnTo>
                  <a:lnTo>
                    <a:pt x="5310" y="1174287"/>
                  </a:lnTo>
                  <a:lnTo>
                    <a:pt x="2369" y="1136187"/>
                  </a:lnTo>
                  <a:lnTo>
                    <a:pt x="594" y="1085387"/>
                  </a:lnTo>
                  <a:lnTo>
                    <a:pt x="0" y="1034587"/>
                  </a:lnTo>
                  <a:lnTo>
                    <a:pt x="594" y="983787"/>
                  </a:lnTo>
                  <a:lnTo>
                    <a:pt x="2369" y="932987"/>
                  </a:lnTo>
                  <a:lnTo>
                    <a:pt x="5310" y="894887"/>
                  </a:lnTo>
                  <a:lnTo>
                    <a:pt x="9404" y="844087"/>
                  </a:lnTo>
                  <a:lnTo>
                    <a:pt x="14637" y="793287"/>
                  </a:lnTo>
                  <a:lnTo>
                    <a:pt x="20994" y="755187"/>
                  </a:lnTo>
                  <a:lnTo>
                    <a:pt x="28462" y="704387"/>
                  </a:lnTo>
                  <a:lnTo>
                    <a:pt x="37027" y="653587"/>
                  </a:lnTo>
                  <a:lnTo>
                    <a:pt x="46675" y="615487"/>
                  </a:lnTo>
                  <a:lnTo>
                    <a:pt x="57393" y="564687"/>
                  </a:lnTo>
                  <a:lnTo>
                    <a:pt x="69166" y="526587"/>
                  </a:lnTo>
                  <a:lnTo>
                    <a:pt x="81980" y="475787"/>
                  </a:lnTo>
                  <a:lnTo>
                    <a:pt x="95822" y="437687"/>
                  </a:lnTo>
                  <a:lnTo>
                    <a:pt x="110678" y="386887"/>
                  </a:lnTo>
                  <a:lnTo>
                    <a:pt x="126534" y="348787"/>
                  </a:lnTo>
                  <a:lnTo>
                    <a:pt x="143376" y="297987"/>
                  </a:lnTo>
                  <a:lnTo>
                    <a:pt x="161190" y="259887"/>
                  </a:lnTo>
                  <a:lnTo>
                    <a:pt x="179963" y="221787"/>
                  </a:lnTo>
                  <a:lnTo>
                    <a:pt x="199680" y="183687"/>
                  </a:lnTo>
                  <a:lnTo>
                    <a:pt x="220328" y="132887"/>
                  </a:lnTo>
                  <a:lnTo>
                    <a:pt x="241892" y="94787"/>
                  </a:lnTo>
                  <a:lnTo>
                    <a:pt x="264360" y="56687"/>
                  </a:lnTo>
                  <a:lnTo>
                    <a:pt x="287716" y="18587"/>
                  </a:lnTo>
                  <a:lnTo>
                    <a:pt x="299537" y="0"/>
                  </a:lnTo>
                  <a:lnTo>
                    <a:pt x="2964988" y="0"/>
                  </a:lnTo>
                  <a:lnTo>
                    <a:pt x="2964988" y="2677216"/>
                  </a:lnTo>
                  <a:lnTo>
                    <a:pt x="2952390" y="2685587"/>
                  </a:lnTo>
                  <a:lnTo>
                    <a:pt x="2913568" y="2710987"/>
                  </a:lnTo>
                  <a:lnTo>
                    <a:pt x="2874161" y="2723687"/>
                  </a:lnTo>
                  <a:lnTo>
                    <a:pt x="2793652" y="2774487"/>
                  </a:lnTo>
                  <a:lnTo>
                    <a:pt x="2752576" y="2787187"/>
                  </a:lnTo>
                  <a:lnTo>
                    <a:pt x="2710973" y="2812587"/>
                  </a:lnTo>
                  <a:lnTo>
                    <a:pt x="2668854" y="2825287"/>
                  </a:lnTo>
                  <a:lnTo>
                    <a:pt x="2626235" y="2850687"/>
                  </a:lnTo>
                  <a:lnTo>
                    <a:pt x="2583129" y="2863387"/>
                  </a:lnTo>
                  <a:lnTo>
                    <a:pt x="2315045" y="2939587"/>
                  </a:lnTo>
                  <a:close/>
                </a:path>
                <a:path w="2965450" h="2965450">
                  <a:moveTo>
                    <a:pt x="2222417" y="2952287"/>
                  </a:moveTo>
                  <a:lnTo>
                    <a:pt x="1650157" y="2952287"/>
                  </a:lnTo>
                  <a:lnTo>
                    <a:pt x="1603655" y="2939587"/>
                  </a:lnTo>
                  <a:lnTo>
                    <a:pt x="2268919" y="2939587"/>
                  </a:lnTo>
                  <a:lnTo>
                    <a:pt x="2222417" y="2952287"/>
                  </a:lnTo>
                  <a:close/>
                </a:path>
                <a:path w="2965450" h="2965450">
                  <a:moveTo>
                    <a:pt x="2128341" y="2964987"/>
                  </a:moveTo>
                  <a:lnTo>
                    <a:pt x="1744233" y="2964987"/>
                  </a:lnTo>
                  <a:lnTo>
                    <a:pt x="1697021" y="2952287"/>
                  </a:lnTo>
                  <a:lnTo>
                    <a:pt x="2175553" y="2952287"/>
                  </a:lnTo>
                  <a:lnTo>
                    <a:pt x="2128341" y="2964987"/>
                  </a:lnTo>
                  <a:close/>
                </a:path>
              </a:pathLst>
            </a:custGeom>
            <a:solidFill>
              <a:srgbClr val="FFF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96821" y="569552"/>
              <a:ext cx="1748789" cy="1748789"/>
            </a:xfrm>
            <a:custGeom>
              <a:avLst/>
              <a:gdLst/>
              <a:ahLst/>
              <a:cxnLst/>
              <a:rect l="l" t="t" r="r" b="b"/>
              <a:pathLst>
                <a:path w="1748789" h="1748789">
                  <a:moveTo>
                    <a:pt x="874141" y="1748282"/>
                  </a:moveTo>
                  <a:lnTo>
                    <a:pt x="826179" y="1746988"/>
                  </a:lnTo>
                  <a:lnTo>
                    <a:pt x="778893" y="1743152"/>
                  </a:lnTo>
                  <a:lnTo>
                    <a:pt x="732350" y="1736841"/>
                  </a:lnTo>
                  <a:lnTo>
                    <a:pt x="686617" y="1728120"/>
                  </a:lnTo>
                  <a:lnTo>
                    <a:pt x="641759" y="1717057"/>
                  </a:lnTo>
                  <a:lnTo>
                    <a:pt x="597844" y="1703717"/>
                  </a:lnTo>
                  <a:lnTo>
                    <a:pt x="554939" y="1688169"/>
                  </a:lnTo>
                  <a:lnTo>
                    <a:pt x="513109" y="1670478"/>
                  </a:lnTo>
                  <a:lnTo>
                    <a:pt x="472422" y="1650712"/>
                  </a:lnTo>
                  <a:lnTo>
                    <a:pt x="432945" y="1628936"/>
                  </a:lnTo>
                  <a:lnTo>
                    <a:pt x="394743" y="1605217"/>
                  </a:lnTo>
                  <a:lnTo>
                    <a:pt x="357884" y="1579623"/>
                  </a:lnTo>
                  <a:lnTo>
                    <a:pt x="322434" y="1552220"/>
                  </a:lnTo>
                  <a:lnTo>
                    <a:pt x="288461" y="1523074"/>
                  </a:lnTo>
                  <a:lnTo>
                    <a:pt x="256029" y="1492252"/>
                  </a:lnTo>
                  <a:lnTo>
                    <a:pt x="225208" y="1459821"/>
                  </a:lnTo>
                  <a:lnTo>
                    <a:pt x="196062" y="1425847"/>
                  </a:lnTo>
                  <a:lnTo>
                    <a:pt x="168658" y="1390397"/>
                  </a:lnTo>
                  <a:lnTo>
                    <a:pt x="143064" y="1353538"/>
                  </a:lnTo>
                  <a:lnTo>
                    <a:pt x="119345" y="1315336"/>
                  </a:lnTo>
                  <a:lnTo>
                    <a:pt x="97570" y="1275859"/>
                  </a:lnTo>
                  <a:lnTo>
                    <a:pt x="77803" y="1235172"/>
                  </a:lnTo>
                  <a:lnTo>
                    <a:pt x="60112" y="1193342"/>
                  </a:lnTo>
                  <a:lnTo>
                    <a:pt x="44564" y="1150437"/>
                  </a:lnTo>
                  <a:lnTo>
                    <a:pt x="31225" y="1106522"/>
                  </a:lnTo>
                  <a:lnTo>
                    <a:pt x="20161" y="1061664"/>
                  </a:lnTo>
                  <a:lnTo>
                    <a:pt x="11441" y="1015931"/>
                  </a:lnTo>
                  <a:lnTo>
                    <a:pt x="5129" y="969388"/>
                  </a:lnTo>
                  <a:lnTo>
                    <a:pt x="1293" y="922102"/>
                  </a:lnTo>
                  <a:lnTo>
                    <a:pt x="0" y="874141"/>
                  </a:lnTo>
                  <a:lnTo>
                    <a:pt x="1293" y="826179"/>
                  </a:lnTo>
                  <a:lnTo>
                    <a:pt x="5129" y="778893"/>
                  </a:lnTo>
                  <a:lnTo>
                    <a:pt x="11441" y="732350"/>
                  </a:lnTo>
                  <a:lnTo>
                    <a:pt x="20161" y="686617"/>
                  </a:lnTo>
                  <a:lnTo>
                    <a:pt x="31225" y="641759"/>
                  </a:lnTo>
                  <a:lnTo>
                    <a:pt x="44564" y="597844"/>
                  </a:lnTo>
                  <a:lnTo>
                    <a:pt x="60112" y="554939"/>
                  </a:lnTo>
                  <a:lnTo>
                    <a:pt x="77803" y="513109"/>
                  </a:lnTo>
                  <a:lnTo>
                    <a:pt x="97570" y="472422"/>
                  </a:lnTo>
                  <a:lnTo>
                    <a:pt x="119345" y="432945"/>
                  </a:lnTo>
                  <a:lnTo>
                    <a:pt x="143064" y="394743"/>
                  </a:lnTo>
                  <a:lnTo>
                    <a:pt x="168658" y="357884"/>
                  </a:lnTo>
                  <a:lnTo>
                    <a:pt x="196062" y="322435"/>
                  </a:lnTo>
                  <a:lnTo>
                    <a:pt x="225208" y="288461"/>
                  </a:lnTo>
                  <a:lnTo>
                    <a:pt x="256029" y="256030"/>
                  </a:lnTo>
                  <a:lnTo>
                    <a:pt x="288461" y="225208"/>
                  </a:lnTo>
                  <a:lnTo>
                    <a:pt x="322434" y="196062"/>
                  </a:lnTo>
                  <a:lnTo>
                    <a:pt x="357884" y="168658"/>
                  </a:lnTo>
                  <a:lnTo>
                    <a:pt x="394743" y="143064"/>
                  </a:lnTo>
                  <a:lnTo>
                    <a:pt x="432945" y="119345"/>
                  </a:lnTo>
                  <a:lnTo>
                    <a:pt x="472422" y="97570"/>
                  </a:lnTo>
                  <a:lnTo>
                    <a:pt x="513109" y="77803"/>
                  </a:lnTo>
                  <a:lnTo>
                    <a:pt x="554939" y="60112"/>
                  </a:lnTo>
                  <a:lnTo>
                    <a:pt x="597844" y="44564"/>
                  </a:lnTo>
                  <a:lnTo>
                    <a:pt x="641759" y="31225"/>
                  </a:lnTo>
                  <a:lnTo>
                    <a:pt x="686617" y="20161"/>
                  </a:lnTo>
                  <a:lnTo>
                    <a:pt x="732350" y="11441"/>
                  </a:lnTo>
                  <a:lnTo>
                    <a:pt x="778893" y="5129"/>
                  </a:lnTo>
                  <a:lnTo>
                    <a:pt x="826179" y="1293"/>
                  </a:lnTo>
                  <a:lnTo>
                    <a:pt x="874141" y="0"/>
                  </a:lnTo>
                  <a:lnTo>
                    <a:pt x="922102" y="1293"/>
                  </a:lnTo>
                  <a:lnTo>
                    <a:pt x="969388" y="5129"/>
                  </a:lnTo>
                  <a:lnTo>
                    <a:pt x="1015931" y="11441"/>
                  </a:lnTo>
                  <a:lnTo>
                    <a:pt x="1061664" y="20161"/>
                  </a:lnTo>
                  <a:lnTo>
                    <a:pt x="1106522" y="31225"/>
                  </a:lnTo>
                  <a:lnTo>
                    <a:pt x="1150437" y="44564"/>
                  </a:lnTo>
                  <a:lnTo>
                    <a:pt x="1193342" y="60112"/>
                  </a:lnTo>
                  <a:lnTo>
                    <a:pt x="1235172" y="77803"/>
                  </a:lnTo>
                  <a:lnTo>
                    <a:pt x="1275859" y="97570"/>
                  </a:lnTo>
                  <a:lnTo>
                    <a:pt x="1315336" y="119345"/>
                  </a:lnTo>
                  <a:lnTo>
                    <a:pt x="1353538" y="143064"/>
                  </a:lnTo>
                  <a:lnTo>
                    <a:pt x="1390397" y="168658"/>
                  </a:lnTo>
                  <a:lnTo>
                    <a:pt x="1425847" y="196062"/>
                  </a:lnTo>
                  <a:lnTo>
                    <a:pt x="1459821" y="225208"/>
                  </a:lnTo>
                  <a:lnTo>
                    <a:pt x="1492252" y="256030"/>
                  </a:lnTo>
                  <a:lnTo>
                    <a:pt x="1523074" y="288461"/>
                  </a:lnTo>
                  <a:lnTo>
                    <a:pt x="1552220" y="322435"/>
                  </a:lnTo>
                  <a:lnTo>
                    <a:pt x="1579623" y="357884"/>
                  </a:lnTo>
                  <a:lnTo>
                    <a:pt x="1605217" y="394743"/>
                  </a:lnTo>
                  <a:lnTo>
                    <a:pt x="1628936" y="432945"/>
                  </a:lnTo>
                  <a:lnTo>
                    <a:pt x="1650712" y="472422"/>
                  </a:lnTo>
                  <a:lnTo>
                    <a:pt x="1670478" y="513109"/>
                  </a:lnTo>
                  <a:lnTo>
                    <a:pt x="1688169" y="554939"/>
                  </a:lnTo>
                  <a:lnTo>
                    <a:pt x="1703717" y="597844"/>
                  </a:lnTo>
                  <a:lnTo>
                    <a:pt x="1717057" y="641759"/>
                  </a:lnTo>
                  <a:lnTo>
                    <a:pt x="1728120" y="686617"/>
                  </a:lnTo>
                  <a:lnTo>
                    <a:pt x="1736841" y="732350"/>
                  </a:lnTo>
                  <a:lnTo>
                    <a:pt x="1743152" y="778893"/>
                  </a:lnTo>
                  <a:lnTo>
                    <a:pt x="1746988" y="826179"/>
                  </a:lnTo>
                  <a:lnTo>
                    <a:pt x="1748282" y="874141"/>
                  </a:lnTo>
                  <a:lnTo>
                    <a:pt x="1746988" y="922102"/>
                  </a:lnTo>
                  <a:lnTo>
                    <a:pt x="1743152" y="969388"/>
                  </a:lnTo>
                  <a:lnTo>
                    <a:pt x="1736841" y="1015931"/>
                  </a:lnTo>
                  <a:lnTo>
                    <a:pt x="1728120" y="1061664"/>
                  </a:lnTo>
                  <a:lnTo>
                    <a:pt x="1717057" y="1106522"/>
                  </a:lnTo>
                  <a:lnTo>
                    <a:pt x="1703717" y="1150437"/>
                  </a:lnTo>
                  <a:lnTo>
                    <a:pt x="1688169" y="1193342"/>
                  </a:lnTo>
                  <a:lnTo>
                    <a:pt x="1670478" y="1235172"/>
                  </a:lnTo>
                  <a:lnTo>
                    <a:pt x="1650712" y="1275859"/>
                  </a:lnTo>
                  <a:lnTo>
                    <a:pt x="1628936" y="1315336"/>
                  </a:lnTo>
                  <a:lnTo>
                    <a:pt x="1605217" y="1353538"/>
                  </a:lnTo>
                  <a:lnTo>
                    <a:pt x="1579623" y="1390397"/>
                  </a:lnTo>
                  <a:lnTo>
                    <a:pt x="1552220" y="1425847"/>
                  </a:lnTo>
                  <a:lnTo>
                    <a:pt x="1523074" y="1459821"/>
                  </a:lnTo>
                  <a:lnTo>
                    <a:pt x="1492252" y="1492252"/>
                  </a:lnTo>
                  <a:lnTo>
                    <a:pt x="1459821" y="1523074"/>
                  </a:lnTo>
                  <a:lnTo>
                    <a:pt x="1425847" y="1552220"/>
                  </a:lnTo>
                  <a:lnTo>
                    <a:pt x="1390397" y="1579623"/>
                  </a:lnTo>
                  <a:lnTo>
                    <a:pt x="1353538" y="1605217"/>
                  </a:lnTo>
                  <a:lnTo>
                    <a:pt x="1315336" y="1628936"/>
                  </a:lnTo>
                  <a:lnTo>
                    <a:pt x="1275859" y="1650712"/>
                  </a:lnTo>
                  <a:lnTo>
                    <a:pt x="1235172" y="1670478"/>
                  </a:lnTo>
                  <a:lnTo>
                    <a:pt x="1193342" y="1688169"/>
                  </a:lnTo>
                  <a:lnTo>
                    <a:pt x="1150437" y="1703717"/>
                  </a:lnTo>
                  <a:lnTo>
                    <a:pt x="1106522" y="1717057"/>
                  </a:lnTo>
                  <a:lnTo>
                    <a:pt x="1061664" y="1728120"/>
                  </a:lnTo>
                  <a:lnTo>
                    <a:pt x="1015931" y="1736841"/>
                  </a:lnTo>
                  <a:lnTo>
                    <a:pt x="969388" y="1743152"/>
                  </a:lnTo>
                  <a:lnTo>
                    <a:pt x="922102" y="1746988"/>
                  </a:lnTo>
                  <a:lnTo>
                    <a:pt x="874141" y="1748282"/>
                  </a:lnTo>
                  <a:close/>
                </a:path>
              </a:pathLst>
            </a:custGeom>
            <a:solidFill>
              <a:srgbClr val="A279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870552" y="1860634"/>
              <a:ext cx="1748789" cy="1748789"/>
            </a:xfrm>
            <a:custGeom>
              <a:avLst/>
              <a:gdLst/>
              <a:ahLst/>
              <a:cxnLst/>
              <a:rect l="l" t="t" r="r" b="b"/>
              <a:pathLst>
                <a:path w="1748790" h="1748789">
                  <a:moveTo>
                    <a:pt x="874140" y="1748282"/>
                  </a:moveTo>
                  <a:lnTo>
                    <a:pt x="826178" y="1746988"/>
                  </a:lnTo>
                  <a:lnTo>
                    <a:pt x="778893" y="1743152"/>
                  </a:lnTo>
                  <a:lnTo>
                    <a:pt x="732350" y="1736841"/>
                  </a:lnTo>
                  <a:lnTo>
                    <a:pt x="686616" y="1728120"/>
                  </a:lnTo>
                  <a:lnTo>
                    <a:pt x="641759" y="1717057"/>
                  </a:lnTo>
                  <a:lnTo>
                    <a:pt x="597844" y="1703717"/>
                  </a:lnTo>
                  <a:lnTo>
                    <a:pt x="554938" y="1688169"/>
                  </a:lnTo>
                  <a:lnTo>
                    <a:pt x="513109" y="1670478"/>
                  </a:lnTo>
                  <a:lnTo>
                    <a:pt x="472422" y="1650712"/>
                  </a:lnTo>
                  <a:lnTo>
                    <a:pt x="432944" y="1628936"/>
                  </a:lnTo>
                  <a:lnTo>
                    <a:pt x="394743" y="1605217"/>
                  </a:lnTo>
                  <a:lnTo>
                    <a:pt x="357884" y="1579623"/>
                  </a:lnTo>
                  <a:lnTo>
                    <a:pt x="322434" y="1552220"/>
                  </a:lnTo>
                  <a:lnTo>
                    <a:pt x="288460" y="1523074"/>
                  </a:lnTo>
                  <a:lnTo>
                    <a:pt x="256029" y="1492252"/>
                  </a:lnTo>
                  <a:lnTo>
                    <a:pt x="225207" y="1459821"/>
                  </a:lnTo>
                  <a:lnTo>
                    <a:pt x="196061" y="1425847"/>
                  </a:lnTo>
                  <a:lnTo>
                    <a:pt x="168658" y="1390397"/>
                  </a:lnTo>
                  <a:lnTo>
                    <a:pt x="143064" y="1353538"/>
                  </a:lnTo>
                  <a:lnTo>
                    <a:pt x="119345" y="1315336"/>
                  </a:lnTo>
                  <a:lnTo>
                    <a:pt x="97569" y="1275859"/>
                  </a:lnTo>
                  <a:lnTo>
                    <a:pt x="77803" y="1235172"/>
                  </a:lnTo>
                  <a:lnTo>
                    <a:pt x="60112" y="1193342"/>
                  </a:lnTo>
                  <a:lnTo>
                    <a:pt x="44564" y="1150437"/>
                  </a:lnTo>
                  <a:lnTo>
                    <a:pt x="31225" y="1106522"/>
                  </a:lnTo>
                  <a:lnTo>
                    <a:pt x="20161" y="1061664"/>
                  </a:lnTo>
                  <a:lnTo>
                    <a:pt x="11441" y="1015931"/>
                  </a:lnTo>
                  <a:lnTo>
                    <a:pt x="5129" y="969388"/>
                  </a:lnTo>
                  <a:lnTo>
                    <a:pt x="1293" y="922102"/>
                  </a:lnTo>
                  <a:lnTo>
                    <a:pt x="0" y="874141"/>
                  </a:lnTo>
                  <a:lnTo>
                    <a:pt x="1293" y="826179"/>
                  </a:lnTo>
                  <a:lnTo>
                    <a:pt x="5129" y="778893"/>
                  </a:lnTo>
                  <a:lnTo>
                    <a:pt x="11441" y="732350"/>
                  </a:lnTo>
                  <a:lnTo>
                    <a:pt x="20161" y="686617"/>
                  </a:lnTo>
                  <a:lnTo>
                    <a:pt x="31225" y="641759"/>
                  </a:lnTo>
                  <a:lnTo>
                    <a:pt x="44564" y="597844"/>
                  </a:lnTo>
                  <a:lnTo>
                    <a:pt x="60112" y="554939"/>
                  </a:lnTo>
                  <a:lnTo>
                    <a:pt x="77803" y="513109"/>
                  </a:lnTo>
                  <a:lnTo>
                    <a:pt x="97569" y="472422"/>
                  </a:lnTo>
                  <a:lnTo>
                    <a:pt x="119345" y="432945"/>
                  </a:lnTo>
                  <a:lnTo>
                    <a:pt x="143064" y="394743"/>
                  </a:lnTo>
                  <a:lnTo>
                    <a:pt x="168658" y="357884"/>
                  </a:lnTo>
                  <a:lnTo>
                    <a:pt x="196061" y="322435"/>
                  </a:lnTo>
                  <a:lnTo>
                    <a:pt x="225207" y="288461"/>
                  </a:lnTo>
                  <a:lnTo>
                    <a:pt x="256029" y="256030"/>
                  </a:lnTo>
                  <a:lnTo>
                    <a:pt x="288460" y="225208"/>
                  </a:lnTo>
                  <a:lnTo>
                    <a:pt x="322434" y="196062"/>
                  </a:lnTo>
                  <a:lnTo>
                    <a:pt x="357884" y="168658"/>
                  </a:lnTo>
                  <a:lnTo>
                    <a:pt x="394743" y="143064"/>
                  </a:lnTo>
                  <a:lnTo>
                    <a:pt x="432944" y="119345"/>
                  </a:lnTo>
                  <a:lnTo>
                    <a:pt x="472422" y="97570"/>
                  </a:lnTo>
                  <a:lnTo>
                    <a:pt x="513109" y="77803"/>
                  </a:lnTo>
                  <a:lnTo>
                    <a:pt x="554938" y="60112"/>
                  </a:lnTo>
                  <a:lnTo>
                    <a:pt x="597844" y="44564"/>
                  </a:lnTo>
                  <a:lnTo>
                    <a:pt x="641759" y="31225"/>
                  </a:lnTo>
                  <a:lnTo>
                    <a:pt x="686616" y="20161"/>
                  </a:lnTo>
                  <a:lnTo>
                    <a:pt x="732350" y="11441"/>
                  </a:lnTo>
                  <a:lnTo>
                    <a:pt x="778893" y="5129"/>
                  </a:lnTo>
                  <a:lnTo>
                    <a:pt x="826178" y="1293"/>
                  </a:lnTo>
                  <a:lnTo>
                    <a:pt x="874140" y="0"/>
                  </a:lnTo>
                  <a:lnTo>
                    <a:pt x="922102" y="1293"/>
                  </a:lnTo>
                  <a:lnTo>
                    <a:pt x="969387" y="5129"/>
                  </a:lnTo>
                  <a:lnTo>
                    <a:pt x="1015931" y="11441"/>
                  </a:lnTo>
                  <a:lnTo>
                    <a:pt x="1061664" y="20161"/>
                  </a:lnTo>
                  <a:lnTo>
                    <a:pt x="1106522" y="31225"/>
                  </a:lnTo>
                  <a:lnTo>
                    <a:pt x="1150437" y="44564"/>
                  </a:lnTo>
                  <a:lnTo>
                    <a:pt x="1193342" y="60112"/>
                  </a:lnTo>
                  <a:lnTo>
                    <a:pt x="1235172" y="77803"/>
                  </a:lnTo>
                  <a:lnTo>
                    <a:pt x="1275859" y="97570"/>
                  </a:lnTo>
                  <a:lnTo>
                    <a:pt x="1315337" y="119345"/>
                  </a:lnTo>
                  <a:lnTo>
                    <a:pt x="1353538" y="143064"/>
                  </a:lnTo>
                  <a:lnTo>
                    <a:pt x="1390397" y="168658"/>
                  </a:lnTo>
                  <a:lnTo>
                    <a:pt x="1425847" y="196062"/>
                  </a:lnTo>
                  <a:lnTo>
                    <a:pt x="1459821" y="225208"/>
                  </a:lnTo>
                  <a:lnTo>
                    <a:pt x="1492252" y="256030"/>
                  </a:lnTo>
                  <a:lnTo>
                    <a:pt x="1523074" y="288461"/>
                  </a:lnTo>
                  <a:lnTo>
                    <a:pt x="1552220" y="322435"/>
                  </a:lnTo>
                  <a:lnTo>
                    <a:pt x="1579623" y="357884"/>
                  </a:lnTo>
                  <a:lnTo>
                    <a:pt x="1605218" y="394743"/>
                  </a:lnTo>
                  <a:lnTo>
                    <a:pt x="1628936" y="432945"/>
                  </a:lnTo>
                  <a:lnTo>
                    <a:pt x="1650712" y="472422"/>
                  </a:lnTo>
                  <a:lnTo>
                    <a:pt x="1670479" y="513109"/>
                  </a:lnTo>
                  <a:lnTo>
                    <a:pt x="1688169" y="554939"/>
                  </a:lnTo>
                  <a:lnTo>
                    <a:pt x="1703718" y="597844"/>
                  </a:lnTo>
                  <a:lnTo>
                    <a:pt x="1717057" y="641759"/>
                  </a:lnTo>
                  <a:lnTo>
                    <a:pt x="1728120" y="686617"/>
                  </a:lnTo>
                  <a:lnTo>
                    <a:pt x="1736841" y="732350"/>
                  </a:lnTo>
                  <a:lnTo>
                    <a:pt x="1743153" y="778893"/>
                  </a:lnTo>
                  <a:lnTo>
                    <a:pt x="1746989" y="826179"/>
                  </a:lnTo>
                  <a:lnTo>
                    <a:pt x="1748282" y="874141"/>
                  </a:lnTo>
                  <a:lnTo>
                    <a:pt x="1746989" y="922102"/>
                  </a:lnTo>
                  <a:lnTo>
                    <a:pt x="1743153" y="969388"/>
                  </a:lnTo>
                  <a:lnTo>
                    <a:pt x="1736841" y="1015931"/>
                  </a:lnTo>
                  <a:lnTo>
                    <a:pt x="1728120" y="1061664"/>
                  </a:lnTo>
                  <a:lnTo>
                    <a:pt x="1717057" y="1106522"/>
                  </a:lnTo>
                  <a:lnTo>
                    <a:pt x="1703718" y="1150437"/>
                  </a:lnTo>
                  <a:lnTo>
                    <a:pt x="1688169" y="1193342"/>
                  </a:lnTo>
                  <a:lnTo>
                    <a:pt x="1670479" y="1235172"/>
                  </a:lnTo>
                  <a:lnTo>
                    <a:pt x="1650712" y="1275859"/>
                  </a:lnTo>
                  <a:lnTo>
                    <a:pt x="1628936" y="1315336"/>
                  </a:lnTo>
                  <a:lnTo>
                    <a:pt x="1605218" y="1353538"/>
                  </a:lnTo>
                  <a:lnTo>
                    <a:pt x="1579623" y="1390397"/>
                  </a:lnTo>
                  <a:lnTo>
                    <a:pt x="1552220" y="1425847"/>
                  </a:lnTo>
                  <a:lnTo>
                    <a:pt x="1523074" y="1459821"/>
                  </a:lnTo>
                  <a:lnTo>
                    <a:pt x="1492252" y="1492252"/>
                  </a:lnTo>
                  <a:lnTo>
                    <a:pt x="1459821" y="1523074"/>
                  </a:lnTo>
                  <a:lnTo>
                    <a:pt x="1425847" y="1552220"/>
                  </a:lnTo>
                  <a:lnTo>
                    <a:pt x="1390397" y="1579623"/>
                  </a:lnTo>
                  <a:lnTo>
                    <a:pt x="1353538" y="1605217"/>
                  </a:lnTo>
                  <a:lnTo>
                    <a:pt x="1315337" y="1628936"/>
                  </a:lnTo>
                  <a:lnTo>
                    <a:pt x="1275859" y="1650712"/>
                  </a:lnTo>
                  <a:lnTo>
                    <a:pt x="1235172" y="1670478"/>
                  </a:lnTo>
                  <a:lnTo>
                    <a:pt x="1193342" y="1688169"/>
                  </a:lnTo>
                  <a:lnTo>
                    <a:pt x="1150437" y="1703717"/>
                  </a:lnTo>
                  <a:lnTo>
                    <a:pt x="1106522" y="1717057"/>
                  </a:lnTo>
                  <a:lnTo>
                    <a:pt x="1061664" y="1728120"/>
                  </a:lnTo>
                  <a:lnTo>
                    <a:pt x="1015931" y="1736841"/>
                  </a:lnTo>
                  <a:lnTo>
                    <a:pt x="969387" y="1743152"/>
                  </a:lnTo>
                  <a:lnTo>
                    <a:pt x="922102" y="1746988"/>
                  </a:lnTo>
                  <a:lnTo>
                    <a:pt x="874140" y="1748282"/>
                  </a:lnTo>
                  <a:close/>
                </a:path>
              </a:pathLst>
            </a:custGeom>
            <a:solidFill>
              <a:srgbClr val="5C5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838911" y="5580727"/>
              <a:ext cx="1267546" cy="958755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4114969" y="3050666"/>
            <a:ext cx="8996045" cy="1711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15199"/>
              </a:lnSpc>
              <a:spcBef>
                <a:spcPts val="100"/>
              </a:spcBef>
            </a:pPr>
            <a:r>
              <a:rPr sz="3200" b="1" i="1" spc="-10" dirty="0">
                <a:solidFill>
                  <a:srgbClr val="FF904D"/>
                </a:solidFill>
                <a:latin typeface="Arial"/>
                <a:cs typeface="Arial"/>
              </a:rPr>
              <a:t>AI</a:t>
            </a:r>
            <a:r>
              <a:rPr sz="3200" b="1" i="1" spc="-130" dirty="0">
                <a:solidFill>
                  <a:srgbClr val="FF904D"/>
                </a:solidFill>
                <a:latin typeface="Arial"/>
                <a:cs typeface="Arial"/>
              </a:rPr>
              <a:t> </a:t>
            </a:r>
            <a:r>
              <a:rPr sz="3200" b="1" i="1" dirty="0">
                <a:solidFill>
                  <a:srgbClr val="FF904D"/>
                </a:solidFill>
                <a:latin typeface="Arial"/>
                <a:cs typeface="Arial"/>
              </a:rPr>
              <a:t>&amp;</a:t>
            </a:r>
            <a:r>
              <a:rPr sz="3200" b="1" i="1" spc="-125" dirty="0">
                <a:solidFill>
                  <a:srgbClr val="FF904D"/>
                </a:solidFill>
                <a:latin typeface="Arial"/>
                <a:cs typeface="Arial"/>
              </a:rPr>
              <a:t> </a:t>
            </a:r>
            <a:r>
              <a:rPr sz="3200" b="1" i="1" spc="-70" dirty="0">
                <a:solidFill>
                  <a:srgbClr val="FF904D"/>
                </a:solidFill>
                <a:latin typeface="Arial"/>
                <a:cs typeface="Arial"/>
              </a:rPr>
              <a:t>IoT-</a:t>
            </a:r>
            <a:r>
              <a:rPr sz="3200" b="1" i="1" spc="-30" dirty="0">
                <a:solidFill>
                  <a:srgbClr val="FF904D"/>
                </a:solidFill>
                <a:latin typeface="Arial"/>
                <a:cs typeface="Arial"/>
              </a:rPr>
              <a:t>Powered</a:t>
            </a:r>
            <a:r>
              <a:rPr sz="3200" b="1" i="1" spc="-130" dirty="0">
                <a:solidFill>
                  <a:srgbClr val="FF904D"/>
                </a:solidFill>
                <a:latin typeface="Arial"/>
                <a:cs typeface="Arial"/>
              </a:rPr>
              <a:t> </a:t>
            </a:r>
            <a:r>
              <a:rPr sz="3200" b="1" i="1" spc="-85" dirty="0">
                <a:solidFill>
                  <a:srgbClr val="FF904D"/>
                </a:solidFill>
                <a:latin typeface="Arial"/>
                <a:cs typeface="Arial"/>
              </a:rPr>
              <a:t>Advanced</a:t>
            </a:r>
            <a:r>
              <a:rPr sz="3200" b="1" i="1" spc="-125" dirty="0">
                <a:solidFill>
                  <a:srgbClr val="FF904D"/>
                </a:solidFill>
                <a:latin typeface="Arial"/>
                <a:cs typeface="Arial"/>
              </a:rPr>
              <a:t> </a:t>
            </a:r>
            <a:r>
              <a:rPr sz="3200" b="1" i="1" spc="-25" dirty="0">
                <a:solidFill>
                  <a:srgbClr val="FF904D"/>
                </a:solidFill>
                <a:latin typeface="Arial"/>
                <a:cs typeface="Arial"/>
              </a:rPr>
              <a:t>Biodegradable</a:t>
            </a:r>
            <a:r>
              <a:rPr sz="3200" b="1" i="1" spc="-130" dirty="0">
                <a:solidFill>
                  <a:srgbClr val="FF904D"/>
                </a:solidFill>
                <a:latin typeface="Arial"/>
                <a:cs typeface="Arial"/>
              </a:rPr>
              <a:t> </a:t>
            </a:r>
            <a:r>
              <a:rPr sz="3200" b="1" i="1" spc="-25" dirty="0">
                <a:solidFill>
                  <a:srgbClr val="FF904D"/>
                </a:solidFill>
                <a:latin typeface="Arial"/>
                <a:cs typeface="Arial"/>
              </a:rPr>
              <a:t>and </a:t>
            </a:r>
            <a:r>
              <a:rPr sz="3200" b="1" i="1" spc="-20" dirty="0">
                <a:solidFill>
                  <a:srgbClr val="FF904D"/>
                </a:solidFill>
                <a:latin typeface="Arial"/>
                <a:cs typeface="Arial"/>
              </a:rPr>
              <a:t>Non-</a:t>
            </a:r>
            <a:r>
              <a:rPr sz="3200" b="1" i="1" spc="-25" dirty="0">
                <a:solidFill>
                  <a:srgbClr val="FF904D"/>
                </a:solidFill>
                <a:latin typeface="Arial"/>
                <a:cs typeface="Arial"/>
              </a:rPr>
              <a:t>Biodegradable</a:t>
            </a:r>
            <a:r>
              <a:rPr sz="3200" b="1" i="1" spc="-114" dirty="0">
                <a:solidFill>
                  <a:srgbClr val="FF904D"/>
                </a:solidFill>
                <a:latin typeface="Arial"/>
                <a:cs typeface="Arial"/>
              </a:rPr>
              <a:t> </a:t>
            </a:r>
            <a:r>
              <a:rPr sz="3200" b="1" i="1" dirty="0">
                <a:solidFill>
                  <a:srgbClr val="FF904D"/>
                </a:solidFill>
                <a:latin typeface="Arial"/>
                <a:cs typeface="Arial"/>
              </a:rPr>
              <a:t>Waste</a:t>
            </a:r>
            <a:r>
              <a:rPr sz="3200" b="1" i="1" spc="-120" dirty="0">
                <a:solidFill>
                  <a:srgbClr val="FF904D"/>
                </a:solidFill>
                <a:latin typeface="Arial"/>
                <a:cs typeface="Arial"/>
              </a:rPr>
              <a:t> </a:t>
            </a:r>
            <a:r>
              <a:rPr sz="3200" b="1" i="1" spc="-40" dirty="0">
                <a:solidFill>
                  <a:srgbClr val="FF904D"/>
                </a:solidFill>
                <a:latin typeface="Arial"/>
                <a:cs typeface="Arial"/>
              </a:rPr>
              <a:t>Segregation</a:t>
            </a:r>
            <a:r>
              <a:rPr sz="3200" b="1" i="1" spc="-114" dirty="0">
                <a:solidFill>
                  <a:srgbClr val="FF904D"/>
                </a:solidFill>
                <a:latin typeface="Arial"/>
                <a:cs typeface="Arial"/>
              </a:rPr>
              <a:t> </a:t>
            </a:r>
            <a:r>
              <a:rPr sz="3200" b="1" i="1" spc="-25" dirty="0">
                <a:solidFill>
                  <a:srgbClr val="FF904D"/>
                </a:solidFill>
                <a:latin typeface="Arial"/>
                <a:cs typeface="Arial"/>
              </a:rPr>
              <a:t>and </a:t>
            </a:r>
            <a:r>
              <a:rPr sz="3200" b="1" i="1" dirty="0">
                <a:solidFill>
                  <a:srgbClr val="FF904D"/>
                </a:solidFill>
                <a:latin typeface="Arial"/>
                <a:cs typeface="Arial"/>
              </a:rPr>
              <a:t>Monitoring</a:t>
            </a:r>
            <a:r>
              <a:rPr sz="3200" b="1" i="1" spc="110" dirty="0">
                <a:solidFill>
                  <a:srgbClr val="FF904D"/>
                </a:solidFill>
                <a:latin typeface="Arial"/>
                <a:cs typeface="Arial"/>
              </a:rPr>
              <a:t> </a:t>
            </a:r>
            <a:r>
              <a:rPr sz="3200" b="1" i="1" spc="-10" dirty="0">
                <a:solidFill>
                  <a:srgbClr val="FF904D"/>
                </a:solidFill>
                <a:latin typeface="Arial"/>
                <a:cs typeface="Arial"/>
              </a:rPr>
              <a:t>System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27313" y="6115137"/>
            <a:ext cx="3086735" cy="3307079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39750">
              <a:lnSpc>
                <a:spcPct val="119500"/>
              </a:lnSpc>
              <a:spcBef>
                <a:spcPts val="300"/>
              </a:spcBef>
            </a:pPr>
            <a:r>
              <a:rPr sz="3850" spc="-140" dirty="0">
                <a:solidFill>
                  <a:srgbClr val="FFEC9A"/>
                </a:solidFill>
                <a:latin typeface="Arial Black"/>
                <a:cs typeface="Arial Black"/>
              </a:rPr>
              <a:t>Inventors: </a:t>
            </a:r>
            <a:r>
              <a:rPr sz="3500" spc="-360" dirty="0">
                <a:solidFill>
                  <a:srgbClr val="FFEC9A"/>
                </a:solidFill>
                <a:latin typeface="Trebuchet MS"/>
                <a:cs typeface="Trebuchet MS"/>
              </a:rPr>
              <a:t>Anubhab</a:t>
            </a:r>
            <a:r>
              <a:rPr sz="3500" spc="-229" dirty="0">
                <a:solidFill>
                  <a:srgbClr val="FFEC9A"/>
                </a:solidFill>
                <a:latin typeface="Trebuchet MS"/>
                <a:cs typeface="Trebuchet MS"/>
              </a:rPr>
              <a:t> </a:t>
            </a:r>
            <a:r>
              <a:rPr sz="3500" spc="-375" dirty="0">
                <a:solidFill>
                  <a:srgbClr val="FFEC9A"/>
                </a:solidFill>
                <a:latin typeface="Trebuchet MS"/>
                <a:cs typeface="Trebuchet MS"/>
              </a:rPr>
              <a:t>Kundu </a:t>
            </a:r>
            <a:r>
              <a:rPr sz="3500" spc="-280" dirty="0">
                <a:solidFill>
                  <a:srgbClr val="FFEC9A"/>
                </a:solidFill>
                <a:latin typeface="Trebuchet MS"/>
                <a:cs typeface="Trebuchet MS"/>
              </a:rPr>
              <a:t>Sumit</a:t>
            </a:r>
            <a:r>
              <a:rPr sz="3500" spc="-235" dirty="0">
                <a:solidFill>
                  <a:srgbClr val="FFEC9A"/>
                </a:solidFill>
                <a:latin typeface="Trebuchet MS"/>
                <a:cs typeface="Trebuchet MS"/>
              </a:rPr>
              <a:t> </a:t>
            </a:r>
            <a:r>
              <a:rPr sz="3500" spc="-300" dirty="0">
                <a:solidFill>
                  <a:srgbClr val="FFEC9A"/>
                </a:solidFill>
                <a:latin typeface="Trebuchet MS"/>
                <a:cs typeface="Trebuchet MS"/>
              </a:rPr>
              <a:t>Pal Arijita</a:t>
            </a:r>
            <a:r>
              <a:rPr sz="3500" spc="-229" dirty="0">
                <a:solidFill>
                  <a:srgbClr val="FFEC9A"/>
                </a:solidFill>
                <a:latin typeface="Trebuchet MS"/>
                <a:cs typeface="Trebuchet MS"/>
              </a:rPr>
              <a:t> </a:t>
            </a:r>
            <a:r>
              <a:rPr sz="3500" spc="-295" dirty="0">
                <a:solidFill>
                  <a:srgbClr val="FFEC9A"/>
                </a:solidFill>
                <a:latin typeface="Trebuchet MS"/>
                <a:cs typeface="Trebuchet MS"/>
              </a:rPr>
              <a:t>Paria</a:t>
            </a:r>
            <a:endParaRPr sz="3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3500" spc="-280" dirty="0">
                <a:solidFill>
                  <a:srgbClr val="FFEC9A"/>
                </a:solidFill>
                <a:latin typeface="Trebuchet MS"/>
                <a:cs typeface="Trebuchet MS"/>
              </a:rPr>
              <a:t>Supriyo</a:t>
            </a:r>
            <a:r>
              <a:rPr sz="3500" spc="-229" dirty="0">
                <a:solidFill>
                  <a:srgbClr val="FFEC9A"/>
                </a:solidFill>
                <a:latin typeface="Trebuchet MS"/>
                <a:cs typeface="Trebuchet MS"/>
              </a:rPr>
              <a:t> </a:t>
            </a:r>
            <a:r>
              <a:rPr sz="3500" spc="-325" dirty="0">
                <a:solidFill>
                  <a:srgbClr val="FFEC9A"/>
                </a:solidFill>
                <a:latin typeface="Trebuchet MS"/>
                <a:cs typeface="Trebuchet MS"/>
              </a:rPr>
              <a:t>Paramanik</a:t>
            </a:r>
            <a:endParaRPr sz="3500">
              <a:latin typeface="Trebuchet MS"/>
              <a:cs typeface="Trebuchet MS"/>
            </a:endParaRPr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67408" y="6619738"/>
            <a:ext cx="6178725" cy="3009900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7246600" y="9232962"/>
            <a:ext cx="16065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55" dirty="0">
                <a:latin typeface="Lucida Sans Unicode"/>
                <a:cs typeface="Lucida Sans Unicode"/>
              </a:rPr>
              <a:t>1</a:t>
            </a:r>
            <a:endParaRPr sz="20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7950180" cy="9516110"/>
            <a:chOff x="0" y="0"/>
            <a:chExt cx="17950180" cy="9516110"/>
          </a:xfrm>
        </p:grpSpPr>
        <p:sp>
          <p:nvSpPr>
            <p:cNvPr id="3" name="object 3"/>
            <p:cNvSpPr/>
            <p:nvPr/>
          </p:nvSpPr>
          <p:spPr>
            <a:xfrm>
              <a:off x="471372" y="505432"/>
              <a:ext cx="17478375" cy="9010650"/>
            </a:xfrm>
            <a:custGeom>
              <a:avLst/>
              <a:gdLst/>
              <a:ahLst/>
              <a:cxnLst/>
              <a:rect l="l" t="t" r="r" b="b"/>
              <a:pathLst>
                <a:path w="17478375" h="9010650">
                  <a:moveTo>
                    <a:pt x="17478373" y="9010649"/>
                  </a:moveTo>
                  <a:lnTo>
                    <a:pt x="0" y="9010649"/>
                  </a:lnTo>
                  <a:lnTo>
                    <a:pt x="0" y="0"/>
                  </a:lnTo>
                  <a:lnTo>
                    <a:pt x="17478373" y="0"/>
                  </a:lnTo>
                  <a:lnTo>
                    <a:pt x="17478373" y="9010649"/>
                  </a:lnTo>
                  <a:close/>
                </a:path>
              </a:pathLst>
            </a:custGeom>
            <a:solidFill>
              <a:srgbClr val="2A33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748789" cy="1748789"/>
            </a:xfrm>
            <a:custGeom>
              <a:avLst/>
              <a:gdLst/>
              <a:ahLst/>
              <a:cxnLst/>
              <a:rect l="l" t="t" r="r" b="b"/>
              <a:pathLst>
                <a:path w="1748789" h="1748789">
                  <a:moveTo>
                    <a:pt x="874141" y="1748282"/>
                  </a:moveTo>
                  <a:lnTo>
                    <a:pt x="826179" y="1746988"/>
                  </a:lnTo>
                  <a:lnTo>
                    <a:pt x="778893" y="1743152"/>
                  </a:lnTo>
                  <a:lnTo>
                    <a:pt x="732350" y="1736841"/>
                  </a:lnTo>
                  <a:lnTo>
                    <a:pt x="686617" y="1728120"/>
                  </a:lnTo>
                  <a:lnTo>
                    <a:pt x="641759" y="1717057"/>
                  </a:lnTo>
                  <a:lnTo>
                    <a:pt x="597844" y="1703717"/>
                  </a:lnTo>
                  <a:lnTo>
                    <a:pt x="554939" y="1688169"/>
                  </a:lnTo>
                  <a:lnTo>
                    <a:pt x="513109" y="1670478"/>
                  </a:lnTo>
                  <a:lnTo>
                    <a:pt x="472422" y="1650712"/>
                  </a:lnTo>
                  <a:lnTo>
                    <a:pt x="432945" y="1628936"/>
                  </a:lnTo>
                  <a:lnTo>
                    <a:pt x="394743" y="1605217"/>
                  </a:lnTo>
                  <a:lnTo>
                    <a:pt x="357884" y="1579623"/>
                  </a:lnTo>
                  <a:lnTo>
                    <a:pt x="322435" y="1552220"/>
                  </a:lnTo>
                  <a:lnTo>
                    <a:pt x="288461" y="1523074"/>
                  </a:lnTo>
                  <a:lnTo>
                    <a:pt x="256030" y="1492252"/>
                  </a:lnTo>
                  <a:lnTo>
                    <a:pt x="225208" y="1459821"/>
                  </a:lnTo>
                  <a:lnTo>
                    <a:pt x="196062" y="1425847"/>
                  </a:lnTo>
                  <a:lnTo>
                    <a:pt x="168658" y="1390397"/>
                  </a:lnTo>
                  <a:lnTo>
                    <a:pt x="143064" y="1353538"/>
                  </a:lnTo>
                  <a:lnTo>
                    <a:pt x="119345" y="1315336"/>
                  </a:lnTo>
                  <a:lnTo>
                    <a:pt x="97570" y="1275859"/>
                  </a:lnTo>
                  <a:lnTo>
                    <a:pt x="77803" y="1235172"/>
                  </a:lnTo>
                  <a:lnTo>
                    <a:pt x="60112" y="1193342"/>
                  </a:lnTo>
                  <a:lnTo>
                    <a:pt x="44564" y="1150437"/>
                  </a:lnTo>
                  <a:lnTo>
                    <a:pt x="31225" y="1106522"/>
                  </a:lnTo>
                  <a:lnTo>
                    <a:pt x="20161" y="1061664"/>
                  </a:lnTo>
                  <a:lnTo>
                    <a:pt x="11441" y="1015931"/>
                  </a:lnTo>
                  <a:lnTo>
                    <a:pt x="5129" y="969388"/>
                  </a:lnTo>
                  <a:lnTo>
                    <a:pt x="1293" y="922102"/>
                  </a:lnTo>
                  <a:lnTo>
                    <a:pt x="0" y="874141"/>
                  </a:lnTo>
                  <a:lnTo>
                    <a:pt x="1293" y="826179"/>
                  </a:lnTo>
                  <a:lnTo>
                    <a:pt x="5129" y="778893"/>
                  </a:lnTo>
                  <a:lnTo>
                    <a:pt x="11441" y="732350"/>
                  </a:lnTo>
                  <a:lnTo>
                    <a:pt x="20161" y="686617"/>
                  </a:lnTo>
                  <a:lnTo>
                    <a:pt x="31225" y="641759"/>
                  </a:lnTo>
                  <a:lnTo>
                    <a:pt x="44564" y="597844"/>
                  </a:lnTo>
                  <a:lnTo>
                    <a:pt x="60112" y="554939"/>
                  </a:lnTo>
                  <a:lnTo>
                    <a:pt x="77803" y="513109"/>
                  </a:lnTo>
                  <a:lnTo>
                    <a:pt x="97570" y="472422"/>
                  </a:lnTo>
                  <a:lnTo>
                    <a:pt x="119345" y="432945"/>
                  </a:lnTo>
                  <a:lnTo>
                    <a:pt x="143064" y="394743"/>
                  </a:lnTo>
                  <a:lnTo>
                    <a:pt x="168658" y="357884"/>
                  </a:lnTo>
                  <a:lnTo>
                    <a:pt x="196062" y="322435"/>
                  </a:lnTo>
                  <a:lnTo>
                    <a:pt x="225208" y="288461"/>
                  </a:lnTo>
                  <a:lnTo>
                    <a:pt x="256030" y="256030"/>
                  </a:lnTo>
                  <a:lnTo>
                    <a:pt x="288461" y="225208"/>
                  </a:lnTo>
                  <a:lnTo>
                    <a:pt x="322435" y="196062"/>
                  </a:lnTo>
                  <a:lnTo>
                    <a:pt x="357884" y="168658"/>
                  </a:lnTo>
                  <a:lnTo>
                    <a:pt x="394743" y="143064"/>
                  </a:lnTo>
                  <a:lnTo>
                    <a:pt x="432945" y="119345"/>
                  </a:lnTo>
                  <a:lnTo>
                    <a:pt x="472422" y="97570"/>
                  </a:lnTo>
                  <a:lnTo>
                    <a:pt x="513109" y="77803"/>
                  </a:lnTo>
                  <a:lnTo>
                    <a:pt x="554939" y="60112"/>
                  </a:lnTo>
                  <a:lnTo>
                    <a:pt x="597844" y="44564"/>
                  </a:lnTo>
                  <a:lnTo>
                    <a:pt x="641759" y="31225"/>
                  </a:lnTo>
                  <a:lnTo>
                    <a:pt x="686617" y="20161"/>
                  </a:lnTo>
                  <a:lnTo>
                    <a:pt x="732350" y="11441"/>
                  </a:lnTo>
                  <a:lnTo>
                    <a:pt x="778893" y="5129"/>
                  </a:lnTo>
                  <a:lnTo>
                    <a:pt x="826179" y="1293"/>
                  </a:lnTo>
                  <a:lnTo>
                    <a:pt x="874141" y="0"/>
                  </a:lnTo>
                  <a:lnTo>
                    <a:pt x="922102" y="1293"/>
                  </a:lnTo>
                  <a:lnTo>
                    <a:pt x="969388" y="5129"/>
                  </a:lnTo>
                  <a:lnTo>
                    <a:pt x="1015931" y="11441"/>
                  </a:lnTo>
                  <a:lnTo>
                    <a:pt x="1061664" y="20161"/>
                  </a:lnTo>
                  <a:lnTo>
                    <a:pt x="1106522" y="31225"/>
                  </a:lnTo>
                  <a:lnTo>
                    <a:pt x="1150437" y="44564"/>
                  </a:lnTo>
                  <a:lnTo>
                    <a:pt x="1193342" y="60112"/>
                  </a:lnTo>
                  <a:lnTo>
                    <a:pt x="1235172" y="77803"/>
                  </a:lnTo>
                  <a:lnTo>
                    <a:pt x="1275859" y="97570"/>
                  </a:lnTo>
                  <a:lnTo>
                    <a:pt x="1315336" y="119345"/>
                  </a:lnTo>
                  <a:lnTo>
                    <a:pt x="1353538" y="143064"/>
                  </a:lnTo>
                  <a:lnTo>
                    <a:pt x="1390397" y="168658"/>
                  </a:lnTo>
                  <a:lnTo>
                    <a:pt x="1425847" y="196062"/>
                  </a:lnTo>
                  <a:lnTo>
                    <a:pt x="1459821" y="225208"/>
                  </a:lnTo>
                  <a:lnTo>
                    <a:pt x="1492252" y="256030"/>
                  </a:lnTo>
                  <a:lnTo>
                    <a:pt x="1523074" y="288461"/>
                  </a:lnTo>
                  <a:lnTo>
                    <a:pt x="1552220" y="322435"/>
                  </a:lnTo>
                  <a:lnTo>
                    <a:pt x="1579623" y="357884"/>
                  </a:lnTo>
                  <a:lnTo>
                    <a:pt x="1605217" y="394743"/>
                  </a:lnTo>
                  <a:lnTo>
                    <a:pt x="1628936" y="432945"/>
                  </a:lnTo>
                  <a:lnTo>
                    <a:pt x="1650712" y="472422"/>
                  </a:lnTo>
                  <a:lnTo>
                    <a:pt x="1670478" y="513109"/>
                  </a:lnTo>
                  <a:lnTo>
                    <a:pt x="1688169" y="554939"/>
                  </a:lnTo>
                  <a:lnTo>
                    <a:pt x="1703717" y="597844"/>
                  </a:lnTo>
                  <a:lnTo>
                    <a:pt x="1717057" y="641759"/>
                  </a:lnTo>
                  <a:lnTo>
                    <a:pt x="1728120" y="686617"/>
                  </a:lnTo>
                  <a:lnTo>
                    <a:pt x="1736841" y="732350"/>
                  </a:lnTo>
                  <a:lnTo>
                    <a:pt x="1743152" y="778893"/>
                  </a:lnTo>
                  <a:lnTo>
                    <a:pt x="1746988" y="826179"/>
                  </a:lnTo>
                  <a:lnTo>
                    <a:pt x="1748282" y="874141"/>
                  </a:lnTo>
                  <a:lnTo>
                    <a:pt x="1746988" y="922102"/>
                  </a:lnTo>
                  <a:lnTo>
                    <a:pt x="1743152" y="969388"/>
                  </a:lnTo>
                  <a:lnTo>
                    <a:pt x="1736841" y="1015931"/>
                  </a:lnTo>
                  <a:lnTo>
                    <a:pt x="1728120" y="1061664"/>
                  </a:lnTo>
                  <a:lnTo>
                    <a:pt x="1717057" y="1106522"/>
                  </a:lnTo>
                  <a:lnTo>
                    <a:pt x="1703717" y="1150437"/>
                  </a:lnTo>
                  <a:lnTo>
                    <a:pt x="1688169" y="1193342"/>
                  </a:lnTo>
                  <a:lnTo>
                    <a:pt x="1670478" y="1235172"/>
                  </a:lnTo>
                  <a:lnTo>
                    <a:pt x="1650712" y="1275859"/>
                  </a:lnTo>
                  <a:lnTo>
                    <a:pt x="1628936" y="1315336"/>
                  </a:lnTo>
                  <a:lnTo>
                    <a:pt x="1605217" y="1353538"/>
                  </a:lnTo>
                  <a:lnTo>
                    <a:pt x="1579623" y="1390397"/>
                  </a:lnTo>
                  <a:lnTo>
                    <a:pt x="1552220" y="1425847"/>
                  </a:lnTo>
                  <a:lnTo>
                    <a:pt x="1523074" y="1459821"/>
                  </a:lnTo>
                  <a:lnTo>
                    <a:pt x="1492252" y="1492252"/>
                  </a:lnTo>
                  <a:lnTo>
                    <a:pt x="1459821" y="1523074"/>
                  </a:lnTo>
                  <a:lnTo>
                    <a:pt x="1425847" y="1552220"/>
                  </a:lnTo>
                  <a:lnTo>
                    <a:pt x="1390397" y="1579623"/>
                  </a:lnTo>
                  <a:lnTo>
                    <a:pt x="1353538" y="1605217"/>
                  </a:lnTo>
                  <a:lnTo>
                    <a:pt x="1315336" y="1628936"/>
                  </a:lnTo>
                  <a:lnTo>
                    <a:pt x="1275859" y="1650712"/>
                  </a:lnTo>
                  <a:lnTo>
                    <a:pt x="1235172" y="1670478"/>
                  </a:lnTo>
                  <a:lnTo>
                    <a:pt x="1193342" y="1688169"/>
                  </a:lnTo>
                  <a:lnTo>
                    <a:pt x="1150437" y="1703717"/>
                  </a:lnTo>
                  <a:lnTo>
                    <a:pt x="1106522" y="1717057"/>
                  </a:lnTo>
                  <a:lnTo>
                    <a:pt x="1061664" y="1728120"/>
                  </a:lnTo>
                  <a:lnTo>
                    <a:pt x="1015931" y="1736841"/>
                  </a:lnTo>
                  <a:lnTo>
                    <a:pt x="969388" y="1743152"/>
                  </a:lnTo>
                  <a:lnTo>
                    <a:pt x="922102" y="1746988"/>
                  </a:lnTo>
                  <a:lnTo>
                    <a:pt x="874141" y="1748282"/>
                  </a:lnTo>
                  <a:close/>
                </a:path>
              </a:pathLst>
            </a:custGeom>
            <a:solidFill>
              <a:srgbClr val="A279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18387" y="1700993"/>
              <a:ext cx="16852265" cy="3822700"/>
            </a:xfrm>
            <a:custGeom>
              <a:avLst/>
              <a:gdLst/>
              <a:ahLst/>
              <a:cxnLst/>
              <a:rect l="l" t="t" r="r" b="b"/>
              <a:pathLst>
                <a:path w="16852265" h="3822700">
                  <a:moveTo>
                    <a:pt x="1193486" y="12699"/>
                  </a:moveTo>
                  <a:lnTo>
                    <a:pt x="596584" y="12699"/>
                  </a:lnTo>
                  <a:lnTo>
                    <a:pt x="646488" y="0"/>
                  </a:lnTo>
                  <a:lnTo>
                    <a:pt x="1099435" y="0"/>
                  </a:lnTo>
                  <a:lnTo>
                    <a:pt x="1193486" y="12699"/>
                  </a:lnTo>
                  <a:close/>
                </a:path>
                <a:path w="16852265" h="3822700">
                  <a:moveTo>
                    <a:pt x="1252543" y="3822699"/>
                  </a:moveTo>
                  <a:lnTo>
                    <a:pt x="989904" y="3822699"/>
                  </a:lnTo>
                  <a:lnTo>
                    <a:pt x="941204" y="3809999"/>
                  </a:lnTo>
                  <a:lnTo>
                    <a:pt x="889105" y="3797299"/>
                  </a:lnTo>
                  <a:lnTo>
                    <a:pt x="832858" y="3784599"/>
                  </a:lnTo>
                  <a:lnTo>
                    <a:pt x="788967" y="3771899"/>
                  </a:lnTo>
                  <a:lnTo>
                    <a:pt x="745836" y="3746499"/>
                  </a:lnTo>
                  <a:lnTo>
                    <a:pt x="703485" y="3733799"/>
                  </a:lnTo>
                  <a:lnTo>
                    <a:pt x="661934" y="3708399"/>
                  </a:lnTo>
                  <a:lnTo>
                    <a:pt x="621202" y="3670299"/>
                  </a:lnTo>
                  <a:lnTo>
                    <a:pt x="581310" y="3644899"/>
                  </a:lnTo>
                  <a:lnTo>
                    <a:pt x="542278" y="3606799"/>
                  </a:lnTo>
                  <a:lnTo>
                    <a:pt x="504125" y="3568699"/>
                  </a:lnTo>
                  <a:lnTo>
                    <a:pt x="466871" y="3543299"/>
                  </a:lnTo>
                  <a:lnTo>
                    <a:pt x="430536" y="3505199"/>
                  </a:lnTo>
                  <a:lnTo>
                    <a:pt x="395141" y="3454399"/>
                  </a:lnTo>
                  <a:lnTo>
                    <a:pt x="360704" y="3416299"/>
                  </a:lnTo>
                  <a:lnTo>
                    <a:pt x="327247" y="3378199"/>
                  </a:lnTo>
                  <a:lnTo>
                    <a:pt x="294788" y="3340099"/>
                  </a:lnTo>
                  <a:lnTo>
                    <a:pt x="263348" y="3301999"/>
                  </a:lnTo>
                  <a:lnTo>
                    <a:pt x="203603" y="3225799"/>
                  </a:lnTo>
                  <a:lnTo>
                    <a:pt x="175338" y="3187699"/>
                  </a:lnTo>
                  <a:lnTo>
                    <a:pt x="148635" y="3162299"/>
                  </a:lnTo>
                  <a:lnTo>
                    <a:pt x="124827" y="3124199"/>
                  </a:lnTo>
                  <a:lnTo>
                    <a:pt x="103762" y="3086099"/>
                  </a:lnTo>
                  <a:lnTo>
                    <a:pt x="85287" y="3047999"/>
                  </a:lnTo>
                  <a:lnTo>
                    <a:pt x="69250" y="3009899"/>
                  </a:lnTo>
                  <a:lnTo>
                    <a:pt x="55498" y="2971799"/>
                  </a:lnTo>
                  <a:lnTo>
                    <a:pt x="43878" y="2933699"/>
                  </a:lnTo>
                  <a:lnTo>
                    <a:pt x="34236" y="2895599"/>
                  </a:lnTo>
                  <a:lnTo>
                    <a:pt x="26422" y="2857499"/>
                  </a:lnTo>
                  <a:lnTo>
                    <a:pt x="20281" y="2819399"/>
                  </a:lnTo>
                  <a:lnTo>
                    <a:pt x="15661" y="2768599"/>
                  </a:lnTo>
                  <a:lnTo>
                    <a:pt x="12409" y="2730499"/>
                  </a:lnTo>
                  <a:lnTo>
                    <a:pt x="10372" y="2679699"/>
                  </a:lnTo>
                  <a:lnTo>
                    <a:pt x="9398" y="2628899"/>
                  </a:lnTo>
                  <a:lnTo>
                    <a:pt x="9507" y="2565399"/>
                  </a:lnTo>
                  <a:lnTo>
                    <a:pt x="10027" y="2527299"/>
                  </a:lnTo>
                  <a:lnTo>
                    <a:pt x="11324" y="2476499"/>
                  </a:lnTo>
                  <a:lnTo>
                    <a:pt x="13073" y="2425699"/>
                  </a:lnTo>
                  <a:lnTo>
                    <a:pt x="15121" y="2362199"/>
                  </a:lnTo>
                  <a:lnTo>
                    <a:pt x="19502" y="2235199"/>
                  </a:lnTo>
                  <a:lnTo>
                    <a:pt x="21530" y="2171699"/>
                  </a:lnTo>
                  <a:lnTo>
                    <a:pt x="23245" y="2108199"/>
                  </a:lnTo>
                  <a:lnTo>
                    <a:pt x="24495" y="2031999"/>
                  </a:lnTo>
                  <a:lnTo>
                    <a:pt x="25246" y="1981199"/>
                  </a:lnTo>
                  <a:lnTo>
                    <a:pt x="25521" y="1930399"/>
                  </a:lnTo>
                  <a:lnTo>
                    <a:pt x="25558" y="1854199"/>
                  </a:lnTo>
                  <a:lnTo>
                    <a:pt x="25188" y="1803399"/>
                  </a:lnTo>
                  <a:lnTo>
                    <a:pt x="24513" y="1739899"/>
                  </a:lnTo>
                  <a:lnTo>
                    <a:pt x="22389" y="1625599"/>
                  </a:lnTo>
                  <a:lnTo>
                    <a:pt x="21010" y="1574799"/>
                  </a:lnTo>
                  <a:lnTo>
                    <a:pt x="19464" y="1511299"/>
                  </a:lnTo>
                  <a:lnTo>
                    <a:pt x="17788" y="1460499"/>
                  </a:lnTo>
                  <a:lnTo>
                    <a:pt x="16015" y="1409699"/>
                  </a:lnTo>
                  <a:lnTo>
                    <a:pt x="14181" y="1346199"/>
                  </a:lnTo>
                  <a:lnTo>
                    <a:pt x="12320" y="1295399"/>
                  </a:lnTo>
                  <a:lnTo>
                    <a:pt x="8657" y="1206499"/>
                  </a:lnTo>
                  <a:lnTo>
                    <a:pt x="6923" y="1155699"/>
                  </a:lnTo>
                  <a:lnTo>
                    <a:pt x="5302" y="1104899"/>
                  </a:lnTo>
                  <a:lnTo>
                    <a:pt x="3827" y="1066799"/>
                  </a:lnTo>
                  <a:lnTo>
                    <a:pt x="2533" y="1015999"/>
                  </a:lnTo>
                  <a:lnTo>
                    <a:pt x="1456" y="977899"/>
                  </a:lnTo>
                  <a:lnTo>
                    <a:pt x="629" y="939799"/>
                  </a:lnTo>
                  <a:lnTo>
                    <a:pt x="0" y="901699"/>
                  </a:lnTo>
                  <a:lnTo>
                    <a:pt x="0" y="628439"/>
                  </a:lnTo>
                  <a:lnTo>
                    <a:pt x="3506" y="546099"/>
                  </a:lnTo>
                  <a:lnTo>
                    <a:pt x="7915" y="495299"/>
                  </a:lnTo>
                  <a:lnTo>
                    <a:pt x="14638" y="457199"/>
                  </a:lnTo>
                  <a:lnTo>
                    <a:pt x="24134" y="419099"/>
                  </a:lnTo>
                  <a:lnTo>
                    <a:pt x="36863" y="368299"/>
                  </a:lnTo>
                  <a:lnTo>
                    <a:pt x="53281" y="330199"/>
                  </a:lnTo>
                  <a:lnTo>
                    <a:pt x="73848" y="292099"/>
                  </a:lnTo>
                  <a:lnTo>
                    <a:pt x="99022" y="253999"/>
                  </a:lnTo>
                  <a:lnTo>
                    <a:pt x="129261" y="215899"/>
                  </a:lnTo>
                  <a:lnTo>
                    <a:pt x="165024" y="177799"/>
                  </a:lnTo>
                  <a:lnTo>
                    <a:pt x="200090" y="152399"/>
                  </a:lnTo>
                  <a:lnTo>
                    <a:pt x="237411" y="126999"/>
                  </a:lnTo>
                  <a:lnTo>
                    <a:pt x="276815" y="101599"/>
                  </a:lnTo>
                  <a:lnTo>
                    <a:pt x="318130" y="76199"/>
                  </a:lnTo>
                  <a:lnTo>
                    <a:pt x="361187" y="63499"/>
                  </a:lnTo>
                  <a:lnTo>
                    <a:pt x="451837" y="38099"/>
                  </a:lnTo>
                  <a:lnTo>
                    <a:pt x="547394" y="12699"/>
                  </a:lnTo>
                  <a:lnTo>
                    <a:pt x="14128817" y="12699"/>
                  </a:lnTo>
                  <a:lnTo>
                    <a:pt x="14449763" y="25399"/>
                  </a:lnTo>
                  <a:lnTo>
                    <a:pt x="15205533" y="25399"/>
                  </a:lnTo>
                  <a:lnTo>
                    <a:pt x="15249561" y="38099"/>
                  </a:lnTo>
                  <a:lnTo>
                    <a:pt x="15654435" y="38099"/>
                  </a:lnTo>
                  <a:lnTo>
                    <a:pt x="15686553" y="50799"/>
                  </a:lnTo>
                  <a:lnTo>
                    <a:pt x="15993870" y="50799"/>
                  </a:lnTo>
                  <a:lnTo>
                    <a:pt x="16040202" y="63499"/>
                  </a:lnTo>
                  <a:lnTo>
                    <a:pt x="16084762" y="63499"/>
                  </a:lnTo>
                  <a:lnTo>
                    <a:pt x="16170498" y="88899"/>
                  </a:lnTo>
                  <a:lnTo>
                    <a:pt x="16297892" y="165099"/>
                  </a:lnTo>
                  <a:lnTo>
                    <a:pt x="16341968" y="203199"/>
                  </a:lnTo>
                  <a:lnTo>
                    <a:pt x="16411290" y="279399"/>
                  </a:lnTo>
                  <a:lnTo>
                    <a:pt x="16445633" y="304799"/>
                  </a:lnTo>
                  <a:lnTo>
                    <a:pt x="16479680" y="342899"/>
                  </a:lnTo>
                  <a:lnTo>
                    <a:pt x="16513369" y="380999"/>
                  </a:lnTo>
                  <a:lnTo>
                    <a:pt x="16546638" y="419099"/>
                  </a:lnTo>
                  <a:lnTo>
                    <a:pt x="16579423" y="457199"/>
                  </a:lnTo>
                  <a:lnTo>
                    <a:pt x="16611661" y="495299"/>
                  </a:lnTo>
                  <a:lnTo>
                    <a:pt x="16643291" y="533399"/>
                  </a:lnTo>
                  <a:lnTo>
                    <a:pt x="16674250" y="571499"/>
                  </a:lnTo>
                  <a:lnTo>
                    <a:pt x="16704475" y="609599"/>
                  </a:lnTo>
                  <a:lnTo>
                    <a:pt x="16733902" y="647699"/>
                  </a:lnTo>
                  <a:lnTo>
                    <a:pt x="16758754" y="685799"/>
                  </a:lnTo>
                  <a:lnTo>
                    <a:pt x="16779863" y="723899"/>
                  </a:lnTo>
                  <a:lnTo>
                    <a:pt x="16797509" y="761999"/>
                  </a:lnTo>
                  <a:lnTo>
                    <a:pt x="16811971" y="800099"/>
                  </a:lnTo>
                  <a:lnTo>
                    <a:pt x="16823529" y="838199"/>
                  </a:lnTo>
                  <a:lnTo>
                    <a:pt x="16832463" y="876299"/>
                  </a:lnTo>
                  <a:lnTo>
                    <a:pt x="16839052" y="927099"/>
                  </a:lnTo>
                  <a:lnTo>
                    <a:pt x="16843576" y="965199"/>
                  </a:lnTo>
                  <a:lnTo>
                    <a:pt x="16846315" y="1015999"/>
                  </a:lnTo>
                  <a:lnTo>
                    <a:pt x="16847548" y="1066799"/>
                  </a:lnTo>
                  <a:lnTo>
                    <a:pt x="16847554" y="1117599"/>
                  </a:lnTo>
                  <a:lnTo>
                    <a:pt x="16846614" y="1181099"/>
                  </a:lnTo>
                  <a:lnTo>
                    <a:pt x="16845007" y="1244599"/>
                  </a:lnTo>
                  <a:lnTo>
                    <a:pt x="16840910" y="1371599"/>
                  </a:lnTo>
                  <a:lnTo>
                    <a:pt x="16839492" y="1435099"/>
                  </a:lnTo>
                  <a:lnTo>
                    <a:pt x="16838502" y="1498599"/>
                  </a:lnTo>
                  <a:lnTo>
                    <a:pt x="16837902" y="1562099"/>
                  </a:lnTo>
                  <a:lnTo>
                    <a:pt x="16837853" y="1574799"/>
                  </a:lnTo>
                  <a:lnTo>
                    <a:pt x="16837727" y="1689099"/>
                  </a:lnTo>
                  <a:lnTo>
                    <a:pt x="16838009" y="1739899"/>
                  </a:lnTo>
                  <a:lnTo>
                    <a:pt x="16838674" y="1803399"/>
                  </a:lnTo>
                  <a:lnTo>
                    <a:pt x="16839476" y="1866899"/>
                  </a:lnTo>
                  <a:lnTo>
                    <a:pt x="16840449" y="1930399"/>
                  </a:lnTo>
                  <a:lnTo>
                    <a:pt x="16841555" y="1981199"/>
                  </a:lnTo>
                  <a:lnTo>
                    <a:pt x="16842757" y="2044699"/>
                  </a:lnTo>
                  <a:lnTo>
                    <a:pt x="16844020" y="2095499"/>
                  </a:lnTo>
                  <a:lnTo>
                    <a:pt x="16846578" y="2209799"/>
                  </a:lnTo>
                  <a:lnTo>
                    <a:pt x="16847800" y="2260599"/>
                  </a:lnTo>
                  <a:lnTo>
                    <a:pt x="16848935" y="2311399"/>
                  </a:lnTo>
                  <a:lnTo>
                    <a:pt x="16849946" y="2362199"/>
                  </a:lnTo>
                  <a:lnTo>
                    <a:pt x="16850796" y="2425699"/>
                  </a:lnTo>
                  <a:lnTo>
                    <a:pt x="16851450" y="2476499"/>
                  </a:lnTo>
                  <a:lnTo>
                    <a:pt x="16851869" y="2527299"/>
                  </a:lnTo>
                  <a:lnTo>
                    <a:pt x="16851859" y="2616199"/>
                  </a:lnTo>
                  <a:lnTo>
                    <a:pt x="16851356" y="2666999"/>
                  </a:lnTo>
                  <a:lnTo>
                    <a:pt x="16850472" y="2717799"/>
                  </a:lnTo>
                  <a:lnTo>
                    <a:pt x="16847414" y="2806699"/>
                  </a:lnTo>
                  <a:lnTo>
                    <a:pt x="16845166" y="2844799"/>
                  </a:lnTo>
                  <a:lnTo>
                    <a:pt x="16842391" y="2895599"/>
                  </a:lnTo>
                  <a:lnTo>
                    <a:pt x="16839051" y="2933699"/>
                  </a:lnTo>
                  <a:lnTo>
                    <a:pt x="16835109" y="2984499"/>
                  </a:lnTo>
                  <a:lnTo>
                    <a:pt x="16830529" y="3022599"/>
                  </a:lnTo>
                  <a:lnTo>
                    <a:pt x="16825275" y="3060699"/>
                  </a:lnTo>
                  <a:lnTo>
                    <a:pt x="16819308" y="3098799"/>
                  </a:lnTo>
                  <a:lnTo>
                    <a:pt x="16812594" y="3136899"/>
                  </a:lnTo>
                  <a:lnTo>
                    <a:pt x="16805094" y="3174999"/>
                  </a:lnTo>
                  <a:lnTo>
                    <a:pt x="16796772" y="3213099"/>
                  </a:lnTo>
                  <a:lnTo>
                    <a:pt x="16787592" y="3251199"/>
                  </a:lnTo>
                  <a:lnTo>
                    <a:pt x="16777516" y="3289299"/>
                  </a:lnTo>
                  <a:lnTo>
                    <a:pt x="16766508" y="3314699"/>
                  </a:lnTo>
                  <a:lnTo>
                    <a:pt x="16754531" y="3352799"/>
                  </a:lnTo>
                  <a:lnTo>
                    <a:pt x="16739236" y="3390899"/>
                  </a:lnTo>
                  <a:lnTo>
                    <a:pt x="16722474" y="3428999"/>
                  </a:lnTo>
                  <a:lnTo>
                    <a:pt x="16704151" y="3467099"/>
                  </a:lnTo>
                  <a:lnTo>
                    <a:pt x="16684175" y="3505199"/>
                  </a:lnTo>
                  <a:lnTo>
                    <a:pt x="16662452" y="3530599"/>
                  </a:lnTo>
                  <a:lnTo>
                    <a:pt x="16638890" y="3568699"/>
                  </a:lnTo>
                  <a:lnTo>
                    <a:pt x="16613396" y="3606799"/>
                  </a:lnTo>
                  <a:lnTo>
                    <a:pt x="16556237" y="3657599"/>
                  </a:lnTo>
                  <a:lnTo>
                    <a:pt x="16524388" y="3682999"/>
                  </a:lnTo>
                  <a:lnTo>
                    <a:pt x="16490233" y="3708399"/>
                  </a:lnTo>
                  <a:lnTo>
                    <a:pt x="16453682" y="3733799"/>
                  </a:lnTo>
                  <a:lnTo>
                    <a:pt x="16414640" y="3759199"/>
                  </a:lnTo>
                  <a:lnTo>
                    <a:pt x="16373015" y="3771899"/>
                  </a:lnTo>
                  <a:lnTo>
                    <a:pt x="16328713" y="3797299"/>
                  </a:lnTo>
                  <a:lnTo>
                    <a:pt x="12068087" y="3797299"/>
                  </a:lnTo>
                  <a:lnTo>
                    <a:pt x="11862586" y="3809999"/>
                  </a:lnTo>
                  <a:lnTo>
                    <a:pt x="1298362" y="3809999"/>
                  </a:lnTo>
                  <a:lnTo>
                    <a:pt x="1252543" y="3822699"/>
                  </a:lnTo>
                  <a:close/>
                </a:path>
                <a:path w="16852265" h="3822700">
                  <a:moveTo>
                    <a:pt x="16231710" y="3822699"/>
                  </a:moveTo>
                  <a:lnTo>
                    <a:pt x="15897736" y="3822699"/>
                  </a:lnTo>
                  <a:lnTo>
                    <a:pt x="15888734" y="3809999"/>
                  </a:lnTo>
                  <a:lnTo>
                    <a:pt x="15606326" y="3809999"/>
                  </a:lnTo>
                  <a:lnTo>
                    <a:pt x="15584535" y="3797299"/>
                  </a:lnTo>
                  <a:lnTo>
                    <a:pt x="16328713" y="3797299"/>
                  </a:lnTo>
                  <a:lnTo>
                    <a:pt x="16281643" y="3809999"/>
                  </a:lnTo>
                  <a:lnTo>
                    <a:pt x="16231710" y="3822699"/>
                  </a:lnTo>
                  <a:close/>
                </a:path>
                <a:path w="16852265" h="3822700">
                  <a:moveTo>
                    <a:pt x="10028406" y="3822699"/>
                  </a:moveTo>
                  <a:lnTo>
                    <a:pt x="5472621" y="3822699"/>
                  </a:lnTo>
                  <a:lnTo>
                    <a:pt x="3636275" y="3809999"/>
                  </a:lnTo>
                  <a:lnTo>
                    <a:pt x="10307597" y="3809999"/>
                  </a:lnTo>
                  <a:lnTo>
                    <a:pt x="10028406" y="3822699"/>
                  </a:lnTo>
                  <a:close/>
                </a:path>
              </a:pathLst>
            </a:custGeom>
            <a:solidFill>
              <a:srgbClr val="FAC7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35" dirty="0"/>
              <a:t>Objective</a:t>
            </a:r>
            <a:r>
              <a:rPr spc="-300" dirty="0"/>
              <a:t> </a:t>
            </a:r>
            <a:r>
              <a:rPr spc="-590" dirty="0"/>
              <a:t>&amp;</a:t>
            </a:r>
            <a:r>
              <a:rPr spc="-295" dirty="0"/>
              <a:t> </a:t>
            </a:r>
            <a:r>
              <a:rPr spc="-270" dirty="0"/>
              <a:t>Extended</a:t>
            </a:r>
            <a:r>
              <a:rPr spc="-295" dirty="0"/>
              <a:t> </a:t>
            </a:r>
            <a:r>
              <a:rPr spc="-250" dirty="0"/>
              <a:t>Abstract</a:t>
            </a:r>
            <a:r>
              <a:rPr spc="-295" dirty="0"/>
              <a:t> </a:t>
            </a:r>
            <a:r>
              <a:rPr spc="-190" dirty="0"/>
              <a:t>(Problem</a:t>
            </a:r>
            <a:r>
              <a:rPr spc="-300" dirty="0"/>
              <a:t> </a:t>
            </a:r>
            <a:r>
              <a:rPr spc="-85" dirty="0"/>
              <a:t>Definition)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135"/>
              </a:spcBef>
            </a:pPr>
            <a:r>
              <a:rPr u="heavy" spc="-135" dirty="0">
                <a:solidFill>
                  <a:srgbClr val="00BE62"/>
                </a:solidFill>
                <a:uFill>
                  <a:solidFill>
                    <a:srgbClr val="00BE62"/>
                  </a:solidFill>
                </a:uFill>
                <a:latin typeface="Arial Black" panose="020B0A04020102020204" pitchFamily="34" charset="0"/>
              </a:rPr>
              <a:t>The </a:t>
            </a:r>
            <a:r>
              <a:rPr u="heavy" spc="-75" dirty="0">
                <a:solidFill>
                  <a:srgbClr val="00BE62"/>
                </a:solidFill>
                <a:uFill>
                  <a:solidFill>
                    <a:srgbClr val="00BE62"/>
                  </a:solidFill>
                </a:uFill>
                <a:latin typeface="Arial Black" panose="020B0A04020102020204" pitchFamily="34" charset="0"/>
              </a:rPr>
              <a:t>Global</a:t>
            </a:r>
            <a:r>
              <a:rPr u="heavy" spc="-135" dirty="0">
                <a:solidFill>
                  <a:srgbClr val="00BE62"/>
                </a:solidFill>
                <a:uFill>
                  <a:solidFill>
                    <a:srgbClr val="00BE62"/>
                  </a:solidFill>
                </a:uFill>
                <a:latin typeface="Arial Black" panose="020B0A04020102020204" pitchFamily="34" charset="0"/>
              </a:rPr>
              <a:t> </a:t>
            </a:r>
            <a:r>
              <a:rPr u="heavy" spc="-75" dirty="0">
                <a:solidFill>
                  <a:srgbClr val="00BE62"/>
                </a:solidFill>
                <a:uFill>
                  <a:solidFill>
                    <a:srgbClr val="00BE62"/>
                  </a:solidFill>
                </a:uFill>
                <a:latin typeface="Arial Black" panose="020B0A04020102020204" pitchFamily="34" charset="0"/>
              </a:rPr>
              <a:t>Challenge</a:t>
            </a:r>
            <a:r>
              <a:rPr spc="-75" dirty="0">
                <a:latin typeface="Arial Black" panose="020B0A04020102020204" pitchFamily="34" charset="0"/>
              </a:rPr>
              <a:t>:</a:t>
            </a:r>
            <a:r>
              <a:rPr spc="-135" dirty="0">
                <a:latin typeface="Arial Black" panose="020B0A04020102020204" pitchFamily="34" charset="0"/>
              </a:rPr>
              <a:t> </a:t>
            </a:r>
            <a:r>
              <a:rPr spc="-125" dirty="0"/>
              <a:t>Over</a:t>
            </a:r>
            <a:r>
              <a:rPr spc="-135" dirty="0"/>
              <a:t> </a:t>
            </a:r>
            <a:r>
              <a:rPr spc="-90" dirty="0"/>
              <a:t>2</a:t>
            </a:r>
            <a:r>
              <a:rPr spc="-130" dirty="0"/>
              <a:t> </a:t>
            </a:r>
            <a:r>
              <a:rPr dirty="0"/>
              <a:t>billion</a:t>
            </a:r>
            <a:r>
              <a:rPr spc="-135" dirty="0"/>
              <a:t> </a:t>
            </a:r>
            <a:r>
              <a:rPr spc="-60" dirty="0"/>
              <a:t>tons</a:t>
            </a:r>
            <a:r>
              <a:rPr spc="-135" dirty="0"/>
              <a:t> </a:t>
            </a:r>
            <a:r>
              <a:rPr dirty="0"/>
              <a:t>of</a:t>
            </a:r>
            <a:r>
              <a:rPr spc="-135" dirty="0"/>
              <a:t> </a:t>
            </a:r>
            <a:r>
              <a:rPr spc="-50" dirty="0"/>
              <a:t>municipal</a:t>
            </a:r>
            <a:r>
              <a:rPr spc="-130" dirty="0"/>
              <a:t> </a:t>
            </a:r>
            <a:r>
              <a:rPr spc="-95" dirty="0"/>
              <a:t>waste</a:t>
            </a:r>
            <a:r>
              <a:rPr spc="-135" dirty="0"/>
              <a:t> </a:t>
            </a:r>
            <a:r>
              <a:rPr spc="-95" dirty="0"/>
              <a:t>is</a:t>
            </a:r>
            <a:r>
              <a:rPr spc="-135" dirty="0"/>
              <a:t> </a:t>
            </a:r>
            <a:r>
              <a:rPr spc="-75" dirty="0"/>
              <a:t>generated</a:t>
            </a:r>
            <a:r>
              <a:rPr spc="-135" dirty="0"/>
              <a:t> </a:t>
            </a:r>
            <a:r>
              <a:rPr spc="-55" dirty="0"/>
              <a:t>annually,</a:t>
            </a:r>
            <a:r>
              <a:rPr spc="-130" dirty="0"/>
              <a:t> </a:t>
            </a:r>
            <a:r>
              <a:rPr dirty="0"/>
              <a:t>with</a:t>
            </a:r>
            <a:r>
              <a:rPr spc="-135" dirty="0"/>
              <a:t> </a:t>
            </a:r>
            <a:r>
              <a:rPr spc="-155" dirty="0"/>
              <a:t>a</a:t>
            </a:r>
            <a:r>
              <a:rPr spc="-135" dirty="0"/>
              <a:t> </a:t>
            </a:r>
            <a:r>
              <a:rPr spc="-55" dirty="0"/>
              <a:t>projected</a:t>
            </a:r>
            <a:r>
              <a:rPr spc="-135" dirty="0"/>
              <a:t> </a:t>
            </a:r>
            <a:r>
              <a:rPr spc="-105" dirty="0"/>
              <a:t>70%</a:t>
            </a:r>
            <a:r>
              <a:rPr spc="-130" dirty="0"/>
              <a:t> </a:t>
            </a:r>
            <a:r>
              <a:rPr spc="-110" dirty="0"/>
              <a:t>increase</a:t>
            </a:r>
            <a:r>
              <a:rPr spc="-135" dirty="0"/>
              <a:t> </a:t>
            </a:r>
            <a:r>
              <a:rPr spc="-55" dirty="0"/>
              <a:t>by</a:t>
            </a:r>
            <a:r>
              <a:rPr spc="-135" dirty="0"/>
              <a:t> </a:t>
            </a:r>
            <a:r>
              <a:rPr spc="-20" dirty="0"/>
              <a:t>2050.</a:t>
            </a:r>
          </a:p>
          <a:p>
            <a:pPr marL="8255">
              <a:lnSpc>
                <a:spcPct val="100000"/>
              </a:lnSpc>
              <a:spcBef>
                <a:spcPts val="500"/>
              </a:spcBef>
            </a:pPr>
            <a:endParaRPr spc="-20" dirty="0"/>
          </a:p>
          <a:p>
            <a:pPr marL="20955" marR="38735">
              <a:lnSpc>
                <a:spcPct val="117600"/>
              </a:lnSpc>
            </a:pPr>
            <a:r>
              <a:rPr sz="2550" u="heavy" spc="-140" dirty="0">
                <a:solidFill>
                  <a:srgbClr val="00BE62"/>
                </a:solidFill>
                <a:uFill>
                  <a:solidFill>
                    <a:srgbClr val="00BE62"/>
                  </a:solidFill>
                </a:uFill>
                <a:latin typeface="Arial Black" panose="020B0A04020102020204" pitchFamily="34" charset="0"/>
              </a:rPr>
              <a:t>The </a:t>
            </a:r>
            <a:r>
              <a:rPr sz="2550" u="heavy" spc="-150" dirty="0">
                <a:solidFill>
                  <a:srgbClr val="00BE62"/>
                </a:solidFill>
                <a:uFill>
                  <a:solidFill>
                    <a:srgbClr val="00BE62"/>
                  </a:solidFill>
                </a:uFill>
                <a:latin typeface="Arial Black" panose="020B0A04020102020204" pitchFamily="34" charset="0"/>
              </a:rPr>
              <a:t>Gap</a:t>
            </a:r>
            <a:r>
              <a:rPr sz="2550" spc="-150" dirty="0">
                <a:latin typeface="Arial Black" panose="020B0A04020102020204" pitchFamily="34" charset="0"/>
              </a:rPr>
              <a:t>:</a:t>
            </a:r>
            <a:r>
              <a:rPr sz="2550" spc="-140" dirty="0">
                <a:latin typeface="Arial Black" panose="020B0A04020102020204" pitchFamily="34" charset="0"/>
              </a:rPr>
              <a:t> </a:t>
            </a:r>
            <a:r>
              <a:rPr sz="2550" spc="-100" dirty="0"/>
              <a:t>Many</a:t>
            </a:r>
            <a:r>
              <a:rPr sz="2550" spc="-145" dirty="0"/>
              <a:t> </a:t>
            </a:r>
            <a:r>
              <a:rPr sz="2550" spc="-50" dirty="0"/>
              <a:t>cities</a:t>
            </a:r>
            <a:r>
              <a:rPr sz="2550" spc="-140" dirty="0"/>
              <a:t> </a:t>
            </a:r>
            <a:r>
              <a:rPr sz="2550" spc="-20" dirty="0"/>
              <a:t>collect</a:t>
            </a:r>
            <a:r>
              <a:rPr sz="2550" spc="-140" dirty="0"/>
              <a:t> </a:t>
            </a:r>
            <a:r>
              <a:rPr sz="2550" spc="-35" dirty="0"/>
              <a:t>only</a:t>
            </a:r>
            <a:r>
              <a:rPr sz="2550" spc="-140" dirty="0"/>
              <a:t> </a:t>
            </a:r>
            <a:r>
              <a:rPr sz="2550" spc="-20" dirty="0"/>
              <a:t>50–80%</a:t>
            </a:r>
            <a:r>
              <a:rPr sz="2550" spc="-140" dirty="0"/>
              <a:t> </a:t>
            </a:r>
            <a:r>
              <a:rPr sz="2550" dirty="0"/>
              <a:t>of</a:t>
            </a:r>
            <a:r>
              <a:rPr sz="2550" spc="-140" dirty="0"/>
              <a:t> </a:t>
            </a:r>
            <a:r>
              <a:rPr sz="2550" spc="-85" dirty="0"/>
              <a:t>waste</a:t>
            </a:r>
            <a:r>
              <a:rPr sz="2550" spc="-140" dirty="0"/>
              <a:t> </a:t>
            </a:r>
            <a:r>
              <a:rPr sz="2550" spc="-65" dirty="0"/>
              <a:t>despite</a:t>
            </a:r>
            <a:r>
              <a:rPr sz="2550" spc="-140" dirty="0"/>
              <a:t> </a:t>
            </a:r>
            <a:r>
              <a:rPr sz="2550" spc="-75" dirty="0"/>
              <a:t>spending</a:t>
            </a:r>
            <a:r>
              <a:rPr sz="2550" spc="-140" dirty="0"/>
              <a:t> </a:t>
            </a:r>
            <a:r>
              <a:rPr sz="2550" spc="-50" dirty="0"/>
              <a:t>up</a:t>
            </a:r>
            <a:r>
              <a:rPr sz="2550" spc="-140" dirty="0"/>
              <a:t> </a:t>
            </a:r>
            <a:r>
              <a:rPr sz="2550" dirty="0"/>
              <a:t>to</a:t>
            </a:r>
            <a:r>
              <a:rPr sz="2550" spc="-140" dirty="0"/>
              <a:t> </a:t>
            </a:r>
            <a:r>
              <a:rPr sz="2550" spc="-70" dirty="0"/>
              <a:t>95%</a:t>
            </a:r>
            <a:r>
              <a:rPr sz="2550" spc="-140" dirty="0"/>
              <a:t> </a:t>
            </a:r>
            <a:r>
              <a:rPr sz="2550" dirty="0"/>
              <a:t>of</a:t>
            </a:r>
            <a:r>
              <a:rPr sz="2550" spc="-140" dirty="0"/>
              <a:t> </a:t>
            </a:r>
            <a:r>
              <a:rPr sz="2550" spc="-70" dirty="0"/>
              <a:t>budgets</a:t>
            </a:r>
            <a:r>
              <a:rPr sz="2550" spc="-140" dirty="0"/>
              <a:t> </a:t>
            </a:r>
            <a:r>
              <a:rPr sz="2550" spc="-80" dirty="0"/>
              <a:t>on</a:t>
            </a:r>
            <a:r>
              <a:rPr sz="2550" spc="-140" dirty="0"/>
              <a:t> </a:t>
            </a:r>
            <a:r>
              <a:rPr sz="2550" spc="-25" dirty="0"/>
              <a:t>collection.</a:t>
            </a:r>
            <a:r>
              <a:rPr sz="2550" spc="-140" dirty="0"/>
              <a:t> </a:t>
            </a:r>
            <a:r>
              <a:rPr sz="2550" spc="-75" dirty="0"/>
              <a:t>Manual</a:t>
            </a:r>
            <a:r>
              <a:rPr sz="2550" spc="-140" dirty="0"/>
              <a:t> </a:t>
            </a:r>
            <a:r>
              <a:rPr sz="2550" spc="-35" dirty="0"/>
              <a:t>sorting</a:t>
            </a:r>
            <a:r>
              <a:rPr sz="2550" spc="-140" dirty="0"/>
              <a:t> </a:t>
            </a:r>
            <a:r>
              <a:rPr sz="2550" spc="-25" dirty="0"/>
              <a:t>is </a:t>
            </a:r>
            <a:r>
              <a:rPr sz="2550" dirty="0"/>
              <a:t>labor-</a:t>
            </a:r>
            <a:r>
              <a:rPr sz="2550" spc="-70" dirty="0"/>
              <a:t>intensive,</a:t>
            </a:r>
            <a:r>
              <a:rPr sz="2550" spc="-125" dirty="0"/>
              <a:t> </a:t>
            </a:r>
            <a:r>
              <a:rPr sz="2550" spc="-114" dirty="0"/>
              <a:t>hazardous,</a:t>
            </a:r>
            <a:r>
              <a:rPr sz="2550" spc="-120" dirty="0"/>
              <a:t> </a:t>
            </a:r>
            <a:r>
              <a:rPr sz="2550" spc="-90" dirty="0"/>
              <a:t>and</a:t>
            </a:r>
            <a:r>
              <a:rPr sz="2550" spc="-125" dirty="0"/>
              <a:t> </a:t>
            </a:r>
            <a:r>
              <a:rPr sz="2550" spc="-85" dirty="0"/>
              <a:t>leads</a:t>
            </a:r>
            <a:r>
              <a:rPr sz="2550" spc="-120" dirty="0"/>
              <a:t> </a:t>
            </a:r>
            <a:r>
              <a:rPr sz="2550" dirty="0"/>
              <a:t>to</a:t>
            </a:r>
            <a:r>
              <a:rPr sz="2550" spc="-125" dirty="0"/>
              <a:t> </a:t>
            </a:r>
            <a:r>
              <a:rPr sz="2550" spc="-40" dirty="0"/>
              <a:t>high</a:t>
            </a:r>
            <a:r>
              <a:rPr sz="2550" spc="-120" dirty="0"/>
              <a:t> </a:t>
            </a:r>
            <a:r>
              <a:rPr sz="2550" spc="-50" dirty="0"/>
              <a:t>contamination</a:t>
            </a:r>
            <a:r>
              <a:rPr sz="2550" spc="-120" dirty="0"/>
              <a:t> </a:t>
            </a:r>
            <a:r>
              <a:rPr sz="2550" spc="-10" dirty="0"/>
              <a:t>in</a:t>
            </a:r>
            <a:r>
              <a:rPr sz="2550" spc="-125" dirty="0"/>
              <a:t> </a:t>
            </a:r>
            <a:r>
              <a:rPr sz="2550" spc="-55" dirty="0"/>
              <a:t>recycling</a:t>
            </a:r>
            <a:r>
              <a:rPr sz="2550" spc="-120" dirty="0"/>
              <a:t> </a:t>
            </a:r>
            <a:r>
              <a:rPr sz="2550" spc="-10" dirty="0"/>
              <a:t>streams.</a:t>
            </a:r>
            <a:endParaRPr sz="2550" dirty="0"/>
          </a:p>
          <a:p>
            <a:pPr marL="8255">
              <a:lnSpc>
                <a:spcPct val="100000"/>
              </a:lnSpc>
              <a:spcBef>
                <a:spcPts val="650"/>
              </a:spcBef>
            </a:pPr>
            <a:endParaRPr sz="2550" dirty="0"/>
          </a:p>
          <a:p>
            <a:pPr marL="20955" marR="5080">
              <a:lnSpc>
                <a:spcPct val="117300"/>
              </a:lnSpc>
            </a:pPr>
            <a:r>
              <a:rPr u="heavy" spc="-100" dirty="0">
                <a:solidFill>
                  <a:srgbClr val="00BE62"/>
                </a:solidFill>
                <a:uFill>
                  <a:solidFill>
                    <a:srgbClr val="00BE62"/>
                  </a:solidFill>
                </a:uFill>
                <a:latin typeface="Arial Black" panose="020B0A04020102020204" pitchFamily="34" charset="0"/>
              </a:rPr>
              <a:t>Our</a:t>
            </a:r>
            <a:r>
              <a:rPr u="heavy" spc="-120" dirty="0">
                <a:solidFill>
                  <a:srgbClr val="00BE62"/>
                </a:solidFill>
                <a:uFill>
                  <a:solidFill>
                    <a:srgbClr val="00BE62"/>
                  </a:solidFill>
                </a:uFill>
                <a:latin typeface="Arial Black" panose="020B0A04020102020204" pitchFamily="34" charset="0"/>
              </a:rPr>
              <a:t> </a:t>
            </a:r>
            <a:r>
              <a:rPr u="heavy" spc="-65" dirty="0">
                <a:solidFill>
                  <a:srgbClr val="00BE62"/>
                </a:solidFill>
                <a:uFill>
                  <a:solidFill>
                    <a:srgbClr val="00BE62"/>
                  </a:solidFill>
                </a:uFill>
                <a:latin typeface="Arial Black" panose="020B0A04020102020204" pitchFamily="34" charset="0"/>
              </a:rPr>
              <a:t>Ob</a:t>
            </a:r>
            <a:r>
              <a:rPr spc="-65" dirty="0">
                <a:solidFill>
                  <a:srgbClr val="00BE62"/>
                </a:solidFill>
                <a:latin typeface="Arial Black" panose="020B0A04020102020204" pitchFamily="34" charset="0"/>
              </a:rPr>
              <a:t>j</a:t>
            </a:r>
            <a:r>
              <a:rPr u="heavy" spc="-65" dirty="0">
                <a:solidFill>
                  <a:srgbClr val="00BE62"/>
                </a:solidFill>
                <a:uFill>
                  <a:solidFill>
                    <a:srgbClr val="00BE62"/>
                  </a:solidFill>
                </a:uFill>
                <a:latin typeface="Arial Black" panose="020B0A04020102020204" pitchFamily="34" charset="0"/>
              </a:rPr>
              <a:t>ective</a:t>
            </a:r>
            <a:r>
              <a:rPr spc="-65" dirty="0">
                <a:solidFill>
                  <a:srgbClr val="00BE62"/>
                </a:solidFill>
                <a:latin typeface="Arial Black" panose="020B0A04020102020204" pitchFamily="34" charset="0"/>
              </a:rPr>
              <a:t>:</a:t>
            </a:r>
            <a:r>
              <a:rPr spc="-114" dirty="0">
                <a:solidFill>
                  <a:srgbClr val="00BE62"/>
                </a:solidFill>
                <a:latin typeface="Arial Black" panose="020B0A04020102020204" pitchFamily="34" charset="0"/>
              </a:rPr>
              <a:t> </a:t>
            </a:r>
            <a:r>
              <a:rPr spc="-220" dirty="0"/>
              <a:t>To</a:t>
            </a:r>
            <a:r>
              <a:rPr spc="-120" dirty="0"/>
              <a:t> </a:t>
            </a:r>
            <a:r>
              <a:rPr spc="-70" dirty="0"/>
              <a:t>provide</a:t>
            </a:r>
            <a:r>
              <a:rPr spc="-114" dirty="0"/>
              <a:t> </a:t>
            </a:r>
            <a:r>
              <a:rPr spc="-155" dirty="0"/>
              <a:t>a</a:t>
            </a:r>
            <a:r>
              <a:rPr spc="-120" dirty="0"/>
              <a:t> </a:t>
            </a:r>
            <a:r>
              <a:rPr spc="-105" dirty="0"/>
              <a:t>comprehensive</a:t>
            </a:r>
            <a:r>
              <a:rPr spc="-114" dirty="0"/>
              <a:t> </a:t>
            </a:r>
            <a:r>
              <a:rPr spc="-30" dirty="0"/>
              <a:t>IoT-</a:t>
            </a:r>
            <a:r>
              <a:rPr spc="-70" dirty="0"/>
              <a:t>enabled</a:t>
            </a:r>
            <a:r>
              <a:rPr spc="-120" dirty="0"/>
              <a:t> </a:t>
            </a:r>
            <a:r>
              <a:rPr spc="-100" dirty="0"/>
              <a:t>system</a:t>
            </a:r>
            <a:r>
              <a:rPr spc="-114" dirty="0"/>
              <a:t> </a:t>
            </a:r>
            <a:r>
              <a:rPr dirty="0"/>
              <a:t>that</a:t>
            </a:r>
            <a:r>
              <a:rPr spc="-120" dirty="0"/>
              <a:t> </a:t>
            </a:r>
            <a:r>
              <a:rPr spc="-80" dirty="0"/>
              <a:t>automates</a:t>
            </a:r>
            <a:r>
              <a:rPr spc="-114" dirty="0"/>
              <a:t> </a:t>
            </a:r>
            <a:r>
              <a:rPr spc="-45" dirty="0"/>
              <a:t>outdoor</a:t>
            </a:r>
            <a:r>
              <a:rPr spc="-120" dirty="0"/>
              <a:t> </a:t>
            </a:r>
            <a:r>
              <a:rPr spc="-40" dirty="0"/>
              <a:t>monitoring,</a:t>
            </a:r>
            <a:r>
              <a:rPr spc="-114" dirty="0"/>
              <a:t> </a:t>
            </a:r>
            <a:r>
              <a:rPr spc="-10" dirty="0"/>
              <a:t>real-</a:t>
            </a:r>
            <a:r>
              <a:rPr spc="-25" dirty="0"/>
              <a:t>time</a:t>
            </a:r>
            <a:r>
              <a:rPr spc="-120" dirty="0"/>
              <a:t> </a:t>
            </a:r>
            <a:r>
              <a:rPr spc="-55" dirty="0"/>
              <a:t>classification,</a:t>
            </a:r>
            <a:r>
              <a:rPr spc="-114" dirty="0"/>
              <a:t> </a:t>
            </a:r>
            <a:r>
              <a:rPr spc="-25" dirty="0"/>
              <a:t>and </a:t>
            </a:r>
            <a:r>
              <a:rPr spc="-40" dirty="0"/>
              <a:t>robotic</a:t>
            </a:r>
            <a:r>
              <a:rPr spc="-125" dirty="0"/>
              <a:t> </a:t>
            </a:r>
            <a:r>
              <a:rPr spc="-30" dirty="0"/>
              <a:t>collection</a:t>
            </a:r>
            <a:r>
              <a:rPr spc="-125" dirty="0"/>
              <a:t> </a:t>
            </a:r>
            <a:r>
              <a:rPr dirty="0"/>
              <a:t>to</a:t>
            </a:r>
            <a:r>
              <a:rPr spc="-125" dirty="0"/>
              <a:t> </a:t>
            </a:r>
            <a:r>
              <a:rPr spc="-100" dirty="0"/>
              <a:t>reduce</a:t>
            </a:r>
            <a:r>
              <a:rPr spc="-125" dirty="0"/>
              <a:t> </a:t>
            </a:r>
            <a:r>
              <a:rPr spc="-75" dirty="0"/>
              <a:t>manual</a:t>
            </a:r>
            <a:r>
              <a:rPr spc="-120" dirty="0"/>
              <a:t> </a:t>
            </a:r>
            <a:r>
              <a:rPr spc="-40" dirty="0"/>
              <a:t>labor</a:t>
            </a:r>
            <a:r>
              <a:rPr spc="-125" dirty="0"/>
              <a:t> </a:t>
            </a:r>
            <a:r>
              <a:rPr spc="-95" dirty="0"/>
              <a:t>and</a:t>
            </a:r>
            <a:r>
              <a:rPr spc="-125" dirty="0"/>
              <a:t> </a:t>
            </a:r>
            <a:r>
              <a:rPr spc="-60" dirty="0"/>
              <a:t>environmental</a:t>
            </a:r>
            <a:r>
              <a:rPr spc="-125" dirty="0"/>
              <a:t> </a:t>
            </a:r>
            <a:r>
              <a:rPr spc="-20" dirty="0"/>
              <a:t>harm</a:t>
            </a:r>
          </a:p>
        </p:txBody>
      </p:sp>
      <p:sp>
        <p:nvSpPr>
          <p:cNvPr id="8" name="object 8"/>
          <p:cNvSpPr/>
          <p:nvPr/>
        </p:nvSpPr>
        <p:spPr>
          <a:xfrm>
            <a:off x="784652" y="6115493"/>
            <a:ext cx="16852265" cy="3822700"/>
          </a:xfrm>
          <a:custGeom>
            <a:avLst/>
            <a:gdLst/>
            <a:ahLst/>
            <a:cxnLst/>
            <a:rect l="l" t="t" r="r" b="b"/>
            <a:pathLst>
              <a:path w="16852265" h="3822700">
                <a:moveTo>
                  <a:pt x="1193486" y="12699"/>
                </a:moveTo>
                <a:lnTo>
                  <a:pt x="596584" y="12699"/>
                </a:lnTo>
                <a:lnTo>
                  <a:pt x="646488" y="0"/>
                </a:lnTo>
                <a:lnTo>
                  <a:pt x="1099435" y="0"/>
                </a:lnTo>
                <a:lnTo>
                  <a:pt x="1193486" y="12699"/>
                </a:lnTo>
                <a:close/>
              </a:path>
              <a:path w="16852265" h="3822700">
                <a:moveTo>
                  <a:pt x="1252543" y="3822699"/>
                </a:moveTo>
                <a:lnTo>
                  <a:pt x="989904" y="3822699"/>
                </a:lnTo>
                <a:lnTo>
                  <a:pt x="941204" y="3809999"/>
                </a:lnTo>
                <a:lnTo>
                  <a:pt x="889105" y="3797299"/>
                </a:lnTo>
                <a:lnTo>
                  <a:pt x="832858" y="3784599"/>
                </a:lnTo>
                <a:lnTo>
                  <a:pt x="788967" y="3771899"/>
                </a:lnTo>
                <a:lnTo>
                  <a:pt x="745836" y="3746499"/>
                </a:lnTo>
                <a:lnTo>
                  <a:pt x="703485" y="3733799"/>
                </a:lnTo>
                <a:lnTo>
                  <a:pt x="661934" y="3708399"/>
                </a:lnTo>
                <a:lnTo>
                  <a:pt x="621202" y="3670299"/>
                </a:lnTo>
                <a:lnTo>
                  <a:pt x="581310" y="3644899"/>
                </a:lnTo>
                <a:lnTo>
                  <a:pt x="542278" y="3606799"/>
                </a:lnTo>
                <a:lnTo>
                  <a:pt x="504125" y="3568699"/>
                </a:lnTo>
                <a:lnTo>
                  <a:pt x="466871" y="3543299"/>
                </a:lnTo>
                <a:lnTo>
                  <a:pt x="430536" y="3505199"/>
                </a:lnTo>
                <a:lnTo>
                  <a:pt x="395141" y="3454399"/>
                </a:lnTo>
                <a:lnTo>
                  <a:pt x="360704" y="3416299"/>
                </a:lnTo>
                <a:lnTo>
                  <a:pt x="327247" y="3378199"/>
                </a:lnTo>
                <a:lnTo>
                  <a:pt x="294788" y="3340099"/>
                </a:lnTo>
                <a:lnTo>
                  <a:pt x="263348" y="3301999"/>
                </a:lnTo>
                <a:lnTo>
                  <a:pt x="203603" y="3225799"/>
                </a:lnTo>
                <a:lnTo>
                  <a:pt x="175338" y="3187699"/>
                </a:lnTo>
                <a:lnTo>
                  <a:pt x="148635" y="3162299"/>
                </a:lnTo>
                <a:lnTo>
                  <a:pt x="124827" y="3124199"/>
                </a:lnTo>
                <a:lnTo>
                  <a:pt x="103762" y="3086099"/>
                </a:lnTo>
                <a:lnTo>
                  <a:pt x="85287" y="3047999"/>
                </a:lnTo>
                <a:lnTo>
                  <a:pt x="69250" y="3009899"/>
                </a:lnTo>
                <a:lnTo>
                  <a:pt x="55498" y="2971799"/>
                </a:lnTo>
                <a:lnTo>
                  <a:pt x="43878" y="2933699"/>
                </a:lnTo>
                <a:lnTo>
                  <a:pt x="34236" y="2895599"/>
                </a:lnTo>
                <a:lnTo>
                  <a:pt x="26422" y="2857499"/>
                </a:lnTo>
                <a:lnTo>
                  <a:pt x="20281" y="2819399"/>
                </a:lnTo>
                <a:lnTo>
                  <a:pt x="15661" y="2768599"/>
                </a:lnTo>
                <a:lnTo>
                  <a:pt x="12409" y="2730499"/>
                </a:lnTo>
                <a:lnTo>
                  <a:pt x="10372" y="2679699"/>
                </a:lnTo>
                <a:lnTo>
                  <a:pt x="9398" y="2628899"/>
                </a:lnTo>
                <a:lnTo>
                  <a:pt x="9507" y="2565399"/>
                </a:lnTo>
                <a:lnTo>
                  <a:pt x="10027" y="2527299"/>
                </a:lnTo>
                <a:lnTo>
                  <a:pt x="11324" y="2476499"/>
                </a:lnTo>
                <a:lnTo>
                  <a:pt x="13073" y="2425699"/>
                </a:lnTo>
                <a:lnTo>
                  <a:pt x="15121" y="2362199"/>
                </a:lnTo>
                <a:lnTo>
                  <a:pt x="19502" y="2235199"/>
                </a:lnTo>
                <a:lnTo>
                  <a:pt x="21530" y="2171699"/>
                </a:lnTo>
                <a:lnTo>
                  <a:pt x="23245" y="2108199"/>
                </a:lnTo>
                <a:lnTo>
                  <a:pt x="24495" y="2031999"/>
                </a:lnTo>
                <a:lnTo>
                  <a:pt x="25246" y="1981199"/>
                </a:lnTo>
                <a:lnTo>
                  <a:pt x="25521" y="1930399"/>
                </a:lnTo>
                <a:lnTo>
                  <a:pt x="25558" y="1854199"/>
                </a:lnTo>
                <a:lnTo>
                  <a:pt x="25188" y="1803399"/>
                </a:lnTo>
                <a:lnTo>
                  <a:pt x="24513" y="1739899"/>
                </a:lnTo>
                <a:lnTo>
                  <a:pt x="22389" y="1625599"/>
                </a:lnTo>
                <a:lnTo>
                  <a:pt x="21010" y="1574799"/>
                </a:lnTo>
                <a:lnTo>
                  <a:pt x="19464" y="1511299"/>
                </a:lnTo>
                <a:lnTo>
                  <a:pt x="17788" y="1460499"/>
                </a:lnTo>
                <a:lnTo>
                  <a:pt x="16015" y="1409699"/>
                </a:lnTo>
                <a:lnTo>
                  <a:pt x="14181" y="1346199"/>
                </a:lnTo>
                <a:lnTo>
                  <a:pt x="12320" y="1295399"/>
                </a:lnTo>
                <a:lnTo>
                  <a:pt x="8657" y="1206499"/>
                </a:lnTo>
                <a:lnTo>
                  <a:pt x="6923" y="1155699"/>
                </a:lnTo>
                <a:lnTo>
                  <a:pt x="5302" y="1104899"/>
                </a:lnTo>
                <a:lnTo>
                  <a:pt x="3827" y="1066799"/>
                </a:lnTo>
                <a:lnTo>
                  <a:pt x="2533" y="1015999"/>
                </a:lnTo>
                <a:lnTo>
                  <a:pt x="1456" y="977899"/>
                </a:lnTo>
                <a:lnTo>
                  <a:pt x="629" y="939799"/>
                </a:lnTo>
                <a:lnTo>
                  <a:pt x="0" y="901699"/>
                </a:lnTo>
                <a:lnTo>
                  <a:pt x="0" y="628439"/>
                </a:lnTo>
                <a:lnTo>
                  <a:pt x="3506" y="546099"/>
                </a:lnTo>
                <a:lnTo>
                  <a:pt x="7915" y="495299"/>
                </a:lnTo>
                <a:lnTo>
                  <a:pt x="14638" y="457199"/>
                </a:lnTo>
                <a:lnTo>
                  <a:pt x="24134" y="419099"/>
                </a:lnTo>
                <a:lnTo>
                  <a:pt x="36863" y="368299"/>
                </a:lnTo>
                <a:lnTo>
                  <a:pt x="53281" y="330199"/>
                </a:lnTo>
                <a:lnTo>
                  <a:pt x="73848" y="292099"/>
                </a:lnTo>
                <a:lnTo>
                  <a:pt x="99022" y="253999"/>
                </a:lnTo>
                <a:lnTo>
                  <a:pt x="129261" y="215899"/>
                </a:lnTo>
                <a:lnTo>
                  <a:pt x="165024" y="177799"/>
                </a:lnTo>
                <a:lnTo>
                  <a:pt x="200090" y="152399"/>
                </a:lnTo>
                <a:lnTo>
                  <a:pt x="237411" y="126999"/>
                </a:lnTo>
                <a:lnTo>
                  <a:pt x="276815" y="101599"/>
                </a:lnTo>
                <a:lnTo>
                  <a:pt x="318130" y="76199"/>
                </a:lnTo>
                <a:lnTo>
                  <a:pt x="361187" y="63499"/>
                </a:lnTo>
                <a:lnTo>
                  <a:pt x="451837" y="38099"/>
                </a:lnTo>
                <a:lnTo>
                  <a:pt x="547394" y="12699"/>
                </a:lnTo>
                <a:lnTo>
                  <a:pt x="14128818" y="12699"/>
                </a:lnTo>
                <a:lnTo>
                  <a:pt x="14449763" y="25399"/>
                </a:lnTo>
                <a:lnTo>
                  <a:pt x="15205534" y="25399"/>
                </a:lnTo>
                <a:lnTo>
                  <a:pt x="15249562" y="38099"/>
                </a:lnTo>
                <a:lnTo>
                  <a:pt x="15654435" y="38099"/>
                </a:lnTo>
                <a:lnTo>
                  <a:pt x="15686554" y="50799"/>
                </a:lnTo>
                <a:lnTo>
                  <a:pt x="15993870" y="50799"/>
                </a:lnTo>
                <a:lnTo>
                  <a:pt x="16040203" y="63499"/>
                </a:lnTo>
                <a:lnTo>
                  <a:pt x="16084763" y="63499"/>
                </a:lnTo>
                <a:lnTo>
                  <a:pt x="16170498" y="88899"/>
                </a:lnTo>
                <a:lnTo>
                  <a:pt x="16297892" y="165099"/>
                </a:lnTo>
                <a:lnTo>
                  <a:pt x="16341968" y="203199"/>
                </a:lnTo>
                <a:lnTo>
                  <a:pt x="16411290" y="279399"/>
                </a:lnTo>
                <a:lnTo>
                  <a:pt x="16445633" y="304799"/>
                </a:lnTo>
                <a:lnTo>
                  <a:pt x="16479680" y="342899"/>
                </a:lnTo>
                <a:lnTo>
                  <a:pt x="16513369" y="380999"/>
                </a:lnTo>
                <a:lnTo>
                  <a:pt x="16546638" y="419099"/>
                </a:lnTo>
                <a:lnTo>
                  <a:pt x="16579423" y="457199"/>
                </a:lnTo>
                <a:lnTo>
                  <a:pt x="16611662" y="495299"/>
                </a:lnTo>
                <a:lnTo>
                  <a:pt x="16643292" y="533399"/>
                </a:lnTo>
                <a:lnTo>
                  <a:pt x="16674250" y="571499"/>
                </a:lnTo>
                <a:lnTo>
                  <a:pt x="16704475" y="609599"/>
                </a:lnTo>
                <a:lnTo>
                  <a:pt x="16733903" y="647699"/>
                </a:lnTo>
                <a:lnTo>
                  <a:pt x="16758754" y="685799"/>
                </a:lnTo>
                <a:lnTo>
                  <a:pt x="16779863" y="723899"/>
                </a:lnTo>
                <a:lnTo>
                  <a:pt x="16797509" y="761999"/>
                </a:lnTo>
                <a:lnTo>
                  <a:pt x="16811971" y="800099"/>
                </a:lnTo>
                <a:lnTo>
                  <a:pt x="16823530" y="838199"/>
                </a:lnTo>
                <a:lnTo>
                  <a:pt x="16832463" y="876299"/>
                </a:lnTo>
                <a:lnTo>
                  <a:pt x="16839053" y="927099"/>
                </a:lnTo>
                <a:lnTo>
                  <a:pt x="16843577" y="965199"/>
                </a:lnTo>
                <a:lnTo>
                  <a:pt x="16846315" y="1015999"/>
                </a:lnTo>
                <a:lnTo>
                  <a:pt x="16847548" y="1066799"/>
                </a:lnTo>
                <a:lnTo>
                  <a:pt x="16847554" y="1117599"/>
                </a:lnTo>
                <a:lnTo>
                  <a:pt x="16846614" y="1181099"/>
                </a:lnTo>
                <a:lnTo>
                  <a:pt x="16845007" y="1244599"/>
                </a:lnTo>
                <a:lnTo>
                  <a:pt x="16840910" y="1371599"/>
                </a:lnTo>
                <a:lnTo>
                  <a:pt x="16839492" y="1435099"/>
                </a:lnTo>
                <a:lnTo>
                  <a:pt x="16838502" y="1498599"/>
                </a:lnTo>
                <a:lnTo>
                  <a:pt x="16837902" y="1562099"/>
                </a:lnTo>
                <a:lnTo>
                  <a:pt x="16837853" y="1574799"/>
                </a:lnTo>
                <a:lnTo>
                  <a:pt x="16837727" y="1689099"/>
                </a:lnTo>
                <a:lnTo>
                  <a:pt x="16838009" y="1739899"/>
                </a:lnTo>
                <a:lnTo>
                  <a:pt x="16838674" y="1803399"/>
                </a:lnTo>
                <a:lnTo>
                  <a:pt x="16839477" y="1866899"/>
                </a:lnTo>
                <a:lnTo>
                  <a:pt x="16840449" y="1930399"/>
                </a:lnTo>
                <a:lnTo>
                  <a:pt x="16841555" y="1981199"/>
                </a:lnTo>
                <a:lnTo>
                  <a:pt x="16842758" y="2044699"/>
                </a:lnTo>
                <a:lnTo>
                  <a:pt x="16844020" y="2095499"/>
                </a:lnTo>
                <a:lnTo>
                  <a:pt x="16846578" y="2209799"/>
                </a:lnTo>
                <a:lnTo>
                  <a:pt x="16847800" y="2260599"/>
                </a:lnTo>
                <a:lnTo>
                  <a:pt x="16848935" y="2311399"/>
                </a:lnTo>
                <a:lnTo>
                  <a:pt x="16849946" y="2362199"/>
                </a:lnTo>
                <a:lnTo>
                  <a:pt x="16850797" y="2425699"/>
                </a:lnTo>
                <a:lnTo>
                  <a:pt x="16851450" y="2476499"/>
                </a:lnTo>
                <a:lnTo>
                  <a:pt x="16851869" y="2527299"/>
                </a:lnTo>
                <a:lnTo>
                  <a:pt x="16851859" y="2616199"/>
                </a:lnTo>
                <a:lnTo>
                  <a:pt x="16851356" y="2666999"/>
                </a:lnTo>
                <a:lnTo>
                  <a:pt x="16850472" y="2717799"/>
                </a:lnTo>
                <a:lnTo>
                  <a:pt x="16847414" y="2806699"/>
                </a:lnTo>
                <a:lnTo>
                  <a:pt x="16845166" y="2844799"/>
                </a:lnTo>
                <a:lnTo>
                  <a:pt x="16842391" y="2895599"/>
                </a:lnTo>
                <a:lnTo>
                  <a:pt x="16839051" y="2933699"/>
                </a:lnTo>
                <a:lnTo>
                  <a:pt x="16835109" y="2984499"/>
                </a:lnTo>
                <a:lnTo>
                  <a:pt x="16830530" y="3022599"/>
                </a:lnTo>
                <a:lnTo>
                  <a:pt x="16825275" y="3060699"/>
                </a:lnTo>
                <a:lnTo>
                  <a:pt x="16819309" y="3098799"/>
                </a:lnTo>
                <a:lnTo>
                  <a:pt x="16812594" y="3136899"/>
                </a:lnTo>
                <a:lnTo>
                  <a:pt x="16805094" y="3174999"/>
                </a:lnTo>
                <a:lnTo>
                  <a:pt x="16796772" y="3213099"/>
                </a:lnTo>
                <a:lnTo>
                  <a:pt x="16787592" y="3251199"/>
                </a:lnTo>
                <a:lnTo>
                  <a:pt x="16777516" y="3289299"/>
                </a:lnTo>
                <a:lnTo>
                  <a:pt x="16766508" y="3314699"/>
                </a:lnTo>
                <a:lnTo>
                  <a:pt x="16754532" y="3352799"/>
                </a:lnTo>
                <a:lnTo>
                  <a:pt x="16739237" y="3390899"/>
                </a:lnTo>
                <a:lnTo>
                  <a:pt x="16722475" y="3428999"/>
                </a:lnTo>
                <a:lnTo>
                  <a:pt x="16704152" y="3467099"/>
                </a:lnTo>
                <a:lnTo>
                  <a:pt x="16684175" y="3505199"/>
                </a:lnTo>
                <a:lnTo>
                  <a:pt x="16662453" y="3530599"/>
                </a:lnTo>
                <a:lnTo>
                  <a:pt x="16638891" y="3568699"/>
                </a:lnTo>
                <a:lnTo>
                  <a:pt x="16613396" y="3606799"/>
                </a:lnTo>
                <a:lnTo>
                  <a:pt x="16556238" y="3657599"/>
                </a:lnTo>
                <a:lnTo>
                  <a:pt x="16524388" y="3682999"/>
                </a:lnTo>
                <a:lnTo>
                  <a:pt x="16490234" y="3708399"/>
                </a:lnTo>
                <a:lnTo>
                  <a:pt x="16453682" y="3733799"/>
                </a:lnTo>
                <a:lnTo>
                  <a:pt x="16414640" y="3759199"/>
                </a:lnTo>
                <a:lnTo>
                  <a:pt x="16373015" y="3771899"/>
                </a:lnTo>
                <a:lnTo>
                  <a:pt x="16328714" y="3797299"/>
                </a:lnTo>
                <a:lnTo>
                  <a:pt x="12068087" y="3797299"/>
                </a:lnTo>
                <a:lnTo>
                  <a:pt x="11862586" y="3809999"/>
                </a:lnTo>
                <a:lnTo>
                  <a:pt x="1298362" y="3809999"/>
                </a:lnTo>
                <a:lnTo>
                  <a:pt x="1252543" y="3822699"/>
                </a:lnTo>
                <a:close/>
              </a:path>
              <a:path w="16852265" h="3822700">
                <a:moveTo>
                  <a:pt x="16231710" y="3822699"/>
                </a:moveTo>
                <a:lnTo>
                  <a:pt x="15897736" y="3822699"/>
                </a:lnTo>
                <a:lnTo>
                  <a:pt x="15888734" y="3809999"/>
                </a:lnTo>
                <a:lnTo>
                  <a:pt x="15606326" y="3809999"/>
                </a:lnTo>
                <a:lnTo>
                  <a:pt x="15584535" y="3797299"/>
                </a:lnTo>
                <a:lnTo>
                  <a:pt x="16328714" y="3797299"/>
                </a:lnTo>
                <a:lnTo>
                  <a:pt x="16281643" y="3809999"/>
                </a:lnTo>
                <a:lnTo>
                  <a:pt x="16231710" y="3822699"/>
                </a:lnTo>
                <a:close/>
              </a:path>
              <a:path w="16852265" h="3822700">
                <a:moveTo>
                  <a:pt x="10028405" y="3822699"/>
                </a:moveTo>
                <a:lnTo>
                  <a:pt x="5472620" y="3822699"/>
                </a:lnTo>
                <a:lnTo>
                  <a:pt x="3636275" y="3809999"/>
                </a:lnTo>
                <a:lnTo>
                  <a:pt x="10307597" y="3809999"/>
                </a:lnTo>
                <a:lnTo>
                  <a:pt x="10028405" y="3822699"/>
                </a:lnTo>
                <a:close/>
              </a:path>
            </a:pathLst>
          </a:custGeom>
          <a:solidFill>
            <a:srgbClr val="1700AC">
              <a:alpha val="2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33140" y="6553113"/>
            <a:ext cx="16178530" cy="3010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742315" algn="ctr">
              <a:lnSpc>
                <a:spcPct val="115700"/>
              </a:lnSpc>
              <a:spcBef>
                <a:spcPts val="100"/>
              </a:spcBef>
            </a:pPr>
            <a:r>
              <a:rPr sz="2700" u="heavy" spc="-250" dirty="0">
                <a:solidFill>
                  <a:srgbClr val="FF3131"/>
                </a:solidFill>
                <a:uFill>
                  <a:solidFill>
                    <a:srgbClr val="FF3131"/>
                  </a:solidFill>
                </a:uFill>
                <a:latin typeface="Trebuchet MS"/>
                <a:cs typeface="Trebuchet MS"/>
              </a:rPr>
              <a:t>Societal/Market</a:t>
            </a:r>
            <a:r>
              <a:rPr sz="2700" u="heavy" spc="-180" dirty="0">
                <a:solidFill>
                  <a:srgbClr val="FF3131"/>
                </a:solidFill>
                <a:uFill>
                  <a:solidFill>
                    <a:srgbClr val="FF3131"/>
                  </a:solidFill>
                </a:uFill>
                <a:latin typeface="Trebuchet MS"/>
                <a:cs typeface="Trebuchet MS"/>
              </a:rPr>
              <a:t> </a:t>
            </a:r>
            <a:r>
              <a:rPr sz="2700" u="heavy" spc="-300" dirty="0">
                <a:solidFill>
                  <a:srgbClr val="FF3131"/>
                </a:solidFill>
                <a:uFill>
                  <a:solidFill>
                    <a:srgbClr val="FF3131"/>
                  </a:solidFill>
                </a:uFill>
                <a:latin typeface="Trebuchet MS"/>
                <a:cs typeface="Trebuchet MS"/>
              </a:rPr>
              <a:t>Relevance</a:t>
            </a:r>
            <a:r>
              <a:rPr sz="2700" spc="-300" dirty="0">
                <a:solidFill>
                  <a:srgbClr val="FF3131"/>
                </a:solidFill>
                <a:latin typeface="Trebuchet MS"/>
                <a:cs typeface="Trebuchet MS"/>
              </a:rPr>
              <a:t>:</a:t>
            </a:r>
            <a:r>
              <a:rPr sz="2700" spc="-175" dirty="0">
                <a:solidFill>
                  <a:srgbClr val="FF3131"/>
                </a:solidFill>
                <a:latin typeface="Trebuchet MS"/>
                <a:cs typeface="Trebuchet MS"/>
              </a:rPr>
              <a:t> </a:t>
            </a:r>
            <a:r>
              <a:rPr sz="2700" spc="-254" dirty="0">
                <a:solidFill>
                  <a:srgbClr val="FFFFFF"/>
                </a:solidFill>
                <a:latin typeface="Trebuchet MS"/>
                <a:cs typeface="Trebuchet MS"/>
              </a:rPr>
              <a:t>Prevents</a:t>
            </a:r>
            <a:r>
              <a:rPr sz="2700" spc="-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700" spc="-295" dirty="0">
                <a:solidFill>
                  <a:srgbClr val="FFFFFF"/>
                </a:solidFill>
                <a:latin typeface="Trebuchet MS"/>
                <a:cs typeface="Trebuchet MS"/>
              </a:rPr>
              <a:t>methane-</a:t>
            </a:r>
            <a:r>
              <a:rPr sz="2700" spc="-280" dirty="0">
                <a:solidFill>
                  <a:srgbClr val="FFFFFF"/>
                </a:solidFill>
                <a:latin typeface="Trebuchet MS"/>
                <a:cs typeface="Trebuchet MS"/>
              </a:rPr>
              <a:t>related</a:t>
            </a:r>
            <a:r>
              <a:rPr sz="2700" spc="-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700" spc="-260" dirty="0">
                <a:solidFill>
                  <a:srgbClr val="FFFFFF"/>
                </a:solidFill>
                <a:latin typeface="Trebuchet MS"/>
                <a:cs typeface="Trebuchet MS"/>
              </a:rPr>
              <a:t>hazards</a:t>
            </a:r>
            <a:r>
              <a:rPr sz="2700" spc="-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700" spc="-30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2700" spc="-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700" spc="-275" dirty="0">
                <a:solidFill>
                  <a:srgbClr val="FFFFFF"/>
                </a:solidFill>
                <a:latin typeface="Trebuchet MS"/>
                <a:cs typeface="Trebuchet MS"/>
              </a:rPr>
              <a:t>health</a:t>
            </a:r>
            <a:r>
              <a:rPr sz="2700" spc="-1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700" spc="-160" dirty="0">
                <a:solidFill>
                  <a:srgbClr val="FFFFFF"/>
                </a:solidFill>
                <a:latin typeface="Trebuchet MS"/>
                <a:cs typeface="Trebuchet MS"/>
              </a:rPr>
              <a:t>risks</a:t>
            </a:r>
            <a:r>
              <a:rPr sz="2700" spc="-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700" spc="-290" dirty="0">
                <a:solidFill>
                  <a:srgbClr val="FFFFFF"/>
                </a:solidFill>
                <a:latin typeface="Trebuchet MS"/>
                <a:cs typeface="Trebuchet MS"/>
              </a:rPr>
              <a:t>from</a:t>
            </a:r>
            <a:r>
              <a:rPr sz="2700" spc="-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700" spc="-315" dirty="0">
                <a:solidFill>
                  <a:srgbClr val="FFFFFF"/>
                </a:solidFill>
                <a:latin typeface="Trebuchet MS"/>
                <a:cs typeface="Trebuchet MS"/>
              </a:rPr>
              <a:t>open</a:t>
            </a:r>
            <a:r>
              <a:rPr sz="2700" spc="-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700" spc="-285" dirty="0">
                <a:solidFill>
                  <a:srgbClr val="FFFFFF"/>
                </a:solidFill>
                <a:latin typeface="Trebuchet MS"/>
                <a:cs typeface="Trebuchet MS"/>
              </a:rPr>
              <a:t>dumps</a:t>
            </a:r>
            <a:r>
              <a:rPr sz="2700" spc="-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700" spc="-290" dirty="0">
                <a:solidFill>
                  <a:srgbClr val="FFFFFF"/>
                </a:solidFill>
                <a:latin typeface="Trebuchet MS"/>
                <a:cs typeface="Trebuchet MS"/>
              </a:rPr>
              <a:t>while</a:t>
            </a:r>
            <a:r>
              <a:rPr sz="2700" spc="-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700" spc="-265" dirty="0">
                <a:solidFill>
                  <a:srgbClr val="FFFFFF"/>
                </a:solidFill>
                <a:latin typeface="Trebuchet MS"/>
                <a:cs typeface="Trebuchet MS"/>
              </a:rPr>
              <a:t>optimizing</a:t>
            </a:r>
            <a:r>
              <a:rPr sz="2700" spc="-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700" spc="-275" dirty="0">
                <a:solidFill>
                  <a:srgbClr val="FFFFFF"/>
                </a:solidFill>
                <a:latin typeface="Trebuchet MS"/>
                <a:cs typeface="Trebuchet MS"/>
              </a:rPr>
              <a:t>municipal </a:t>
            </a:r>
            <a:r>
              <a:rPr sz="2700" spc="-270" dirty="0">
                <a:solidFill>
                  <a:srgbClr val="FFFFFF"/>
                </a:solidFill>
                <a:latin typeface="Trebuchet MS"/>
                <a:cs typeface="Trebuchet MS"/>
              </a:rPr>
              <a:t>resources.</a:t>
            </a:r>
            <a:endParaRPr sz="2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15"/>
              </a:spcBef>
            </a:pPr>
            <a:endParaRPr sz="2700">
              <a:latin typeface="Trebuchet MS"/>
              <a:cs typeface="Trebuchet MS"/>
            </a:endParaRPr>
          </a:p>
          <a:p>
            <a:pPr marL="262255" marR="991869" algn="ctr">
              <a:lnSpc>
                <a:spcPct val="115700"/>
              </a:lnSpc>
            </a:pPr>
            <a:r>
              <a:rPr sz="2700" u="heavy" spc="-275" dirty="0">
                <a:solidFill>
                  <a:srgbClr val="FF3131"/>
                </a:solidFill>
                <a:uFill>
                  <a:solidFill>
                    <a:srgbClr val="FF3131"/>
                  </a:solidFill>
                </a:uFill>
                <a:latin typeface="Trebuchet MS"/>
                <a:cs typeface="Trebuchet MS"/>
              </a:rPr>
              <a:t>Uniqueness</a:t>
            </a:r>
            <a:r>
              <a:rPr sz="2700" spc="-275" dirty="0">
                <a:solidFill>
                  <a:srgbClr val="FF3131"/>
                </a:solidFill>
                <a:latin typeface="Trebuchet MS"/>
                <a:cs typeface="Trebuchet MS"/>
              </a:rPr>
              <a:t>:</a:t>
            </a:r>
            <a:r>
              <a:rPr sz="2700" spc="-170" dirty="0">
                <a:solidFill>
                  <a:srgbClr val="FF3131"/>
                </a:solidFill>
                <a:latin typeface="Trebuchet MS"/>
                <a:cs typeface="Trebuchet MS"/>
              </a:rPr>
              <a:t> </a:t>
            </a:r>
            <a:r>
              <a:rPr sz="2700" spc="-254" dirty="0">
                <a:solidFill>
                  <a:srgbClr val="FFFFFF"/>
                </a:solidFill>
                <a:latin typeface="Trebuchet MS"/>
                <a:cs typeface="Trebuchet MS"/>
              </a:rPr>
              <a:t>Unlike</a:t>
            </a:r>
            <a:r>
              <a:rPr sz="2700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700" spc="-235" dirty="0">
                <a:solidFill>
                  <a:srgbClr val="FFFFFF"/>
                </a:solidFill>
                <a:latin typeface="Trebuchet MS"/>
                <a:cs typeface="Trebuchet MS"/>
              </a:rPr>
              <a:t>existing</a:t>
            </a:r>
            <a:r>
              <a:rPr sz="2700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700" spc="-250" dirty="0">
                <a:solidFill>
                  <a:srgbClr val="FFFFFF"/>
                </a:solidFill>
                <a:latin typeface="Trebuchet MS"/>
                <a:cs typeface="Trebuchet MS"/>
              </a:rPr>
              <a:t>stationary</a:t>
            </a:r>
            <a:r>
              <a:rPr sz="2700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700" spc="-254" dirty="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r>
              <a:rPr sz="2700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700" spc="-270" dirty="0">
                <a:solidFill>
                  <a:srgbClr val="FFFFFF"/>
                </a:solidFill>
                <a:latin typeface="Trebuchet MS"/>
                <a:cs typeface="Trebuchet MS"/>
              </a:rPr>
              <a:t>indoor</a:t>
            </a:r>
            <a:r>
              <a:rPr sz="2700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700" spc="-235" dirty="0">
                <a:solidFill>
                  <a:srgbClr val="FFFFFF"/>
                </a:solidFill>
                <a:latin typeface="Trebuchet MS"/>
                <a:cs typeface="Trebuchet MS"/>
              </a:rPr>
              <a:t>"smart</a:t>
            </a:r>
            <a:r>
              <a:rPr sz="2700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700" spc="-254" dirty="0">
                <a:solidFill>
                  <a:srgbClr val="FFFFFF"/>
                </a:solidFill>
                <a:latin typeface="Trebuchet MS"/>
                <a:cs typeface="Trebuchet MS"/>
              </a:rPr>
              <a:t>bins,"</a:t>
            </a:r>
            <a:r>
              <a:rPr sz="2700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700" spc="-204" dirty="0">
                <a:solidFill>
                  <a:srgbClr val="FFFFFF"/>
                </a:solidFill>
                <a:latin typeface="Trebuchet MS"/>
                <a:cs typeface="Trebuchet MS"/>
              </a:rPr>
              <a:t>this</a:t>
            </a:r>
            <a:r>
              <a:rPr sz="2700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700" spc="-250" dirty="0">
                <a:solidFill>
                  <a:srgbClr val="FFFFFF"/>
                </a:solidFill>
                <a:latin typeface="Trebuchet MS"/>
                <a:cs typeface="Trebuchet MS"/>
              </a:rPr>
              <a:t>system</a:t>
            </a:r>
            <a:r>
              <a:rPr sz="2700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700" spc="-220" dirty="0">
                <a:solidFill>
                  <a:srgbClr val="FFFFFF"/>
                </a:solidFill>
                <a:latin typeface="Trebuchet MS"/>
                <a:cs typeface="Trebuchet MS"/>
              </a:rPr>
              <a:t>fuses</a:t>
            </a:r>
            <a:r>
              <a:rPr sz="2700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700" spc="-270" dirty="0">
                <a:solidFill>
                  <a:srgbClr val="FFFFFF"/>
                </a:solidFill>
                <a:latin typeface="Trebuchet MS"/>
                <a:cs typeface="Trebuchet MS"/>
              </a:rPr>
              <a:t>multiple</a:t>
            </a:r>
            <a:r>
              <a:rPr sz="2700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700" spc="-220" dirty="0">
                <a:solidFill>
                  <a:srgbClr val="FFFFFF"/>
                </a:solidFill>
                <a:latin typeface="Trebuchet MS"/>
                <a:cs typeface="Trebuchet MS"/>
              </a:rPr>
              <a:t>sensing</a:t>
            </a:r>
            <a:r>
              <a:rPr sz="2700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700" spc="-180" dirty="0">
                <a:solidFill>
                  <a:srgbClr val="FFFFFF"/>
                </a:solidFill>
                <a:latin typeface="Trebuchet MS"/>
                <a:cs typeface="Trebuchet MS"/>
              </a:rPr>
              <a:t>modalities—</a:t>
            </a:r>
            <a:r>
              <a:rPr sz="2700" spc="-260" dirty="0">
                <a:solidFill>
                  <a:srgbClr val="FFFFFF"/>
                </a:solidFill>
                <a:latin typeface="Trebuchet MS"/>
                <a:cs typeface="Trebuchet MS"/>
              </a:rPr>
              <a:t>vision,</a:t>
            </a:r>
            <a:r>
              <a:rPr sz="2700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700" spc="-285" dirty="0">
                <a:solidFill>
                  <a:srgbClr val="FFFFFF"/>
                </a:solidFill>
                <a:latin typeface="Trebuchet MS"/>
                <a:cs typeface="Trebuchet MS"/>
              </a:rPr>
              <a:t>gas, location,</a:t>
            </a:r>
            <a:r>
              <a:rPr sz="2700" spc="-1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700" spc="-30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2700" spc="-1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700" spc="-200" dirty="0">
                <a:solidFill>
                  <a:srgbClr val="FFFFFF"/>
                </a:solidFill>
                <a:latin typeface="Trebuchet MS"/>
                <a:cs typeface="Trebuchet MS"/>
              </a:rPr>
              <a:t>fill</a:t>
            </a:r>
            <a:r>
              <a:rPr sz="2700" spc="-1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700" spc="-130" dirty="0">
                <a:solidFill>
                  <a:srgbClr val="FFFFFF"/>
                </a:solidFill>
                <a:latin typeface="Trebuchet MS"/>
                <a:cs typeface="Trebuchet MS"/>
              </a:rPr>
              <a:t>levels—</a:t>
            </a:r>
            <a:r>
              <a:rPr sz="2700" spc="-290" dirty="0">
                <a:solidFill>
                  <a:srgbClr val="FFFFFF"/>
                </a:solidFill>
                <a:latin typeface="Trebuchet MS"/>
                <a:cs typeface="Trebuchet MS"/>
              </a:rPr>
              <a:t>with</a:t>
            </a:r>
            <a:r>
              <a:rPr sz="2700" spc="-1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700" spc="-285" dirty="0">
                <a:solidFill>
                  <a:srgbClr val="FFFFFF"/>
                </a:solidFill>
                <a:latin typeface="Trebuchet MS"/>
                <a:cs typeface="Trebuchet MS"/>
              </a:rPr>
              <a:t>an</a:t>
            </a:r>
            <a:r>
              <a:rPr sz="2700" spc="-1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700" spc="-285" dirty="0">
                <a:solidFill>
                  <a:srgbClr val="FFFFFF"/>
                </a:solidFill>
                <a:latin typeface="Trebuchet MS"/>
                <a:cs typeface="Trebuchet MS"/>
              </a:rPr>
              <a:t>autonomous</a:t>
            </a:r>
            <a:r>
              <a:rPr sz="2700" spc="-1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700" spc="-254" dirty="0">
                <a:solidFill>
                  <a:srgbClr val="FFFFFF"/>
                </a:solidFill>
                <a:latin typeface="Trebuchet MS"/>
                <a:cs typeface="Trebuchet MS"/>
              </a:rPr>
              <a:t>robotic</a:t>
            </a:r>
            <a:r>
              <a:rPr sz="2700" spc="-1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700" spc="-254" dirty="0">
                <a:solidFill>
                  <a:srgbClr val="FFFFFF"/>
                </a:solidFill>
                <a:latin typeface="Trebuchet MS"/>
                <a:cs typeface="Trebuchet MS"/>
              </a:rPr>
              <a:t>collection</a:t>
            </a:r>
            <a:r>
              <a:rPr sz="2700" spc="-1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700" spc="-280" dirty="0">
                <a:solidFill>
                  <a:srgbClr val="FFFFFF"/>
                </a:solidFill>
                <a:latin typeface="Trebuchet MS"/>
                <a:cs typeface="Trebuchet MS"/>
              </a:rPr>
              <a:t>vehicle</a:t>
            </a:r>
            <a:endParaRPr sz="2700">
              <a:latin typeface="Trebuchet MS"/>
              <a:cs typeface="Trebuchet MS"/>
            </a:endParaRPr>
          </a:p>
          <a:p>
            <a:pPr marR="5080" algn="r">
              <a:lnSpc>
                <a:spcPct val="100000"/>
              </a:lnSpc>
              <a:spcBef>
                <a:spcPts val="2350"/>
              </a:spcBef>
            </a:pPr>
            <a:r>
              <a:rPr sz="20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2</a:t>
            </a:r>
            <a:endParaRPr sz="20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3555" cy="10283825"/>
          </a:xfrm>
          <a:custGeom>
            <a:avLst/>
            <a:gdLst/>
            <a:ahLst/>
            <a:cxnLst/>
            <a:rect l="l" t="t" r="r" b="b"/>
            <a:pathLst>
              <a:path w="18283555" h="10283825">
                <a:moveTo>
                  <a:pt x="18283477" y="10283375"/>
                </a:moveTo>
                <a:lnTo>
                  <a:pt x="0" y="10283375"/>
                </a:lnTo>
                <a:lnTo>
                  <a:pt x="0" y="0"/>
                </a:lnTo>
                <a:lnTo>
                  <a:pt x="18283477" y="0"/>
                </a:lnTo>
                <a:lnTo>
                  <a:pt x="18283477" y="10283375"/>
                </a:lnTo>
                <a:close/>
              </a:path>
            </a:pathLst>
          </a:custGeom>
          <a:solidFill>
            <a:srgbClr val="2A33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191129" y="1296544"/>
            <a:ext cx="9906000" cy="0"/>
          </a:xfrm>
          <a:custGeom>
            <a:avLst/>
            <a:gdLst/>
            <a:ahLst/>
            <a:cxnLst/>
            <a:rect l="l" t="t" r="r" b="b"/>
            <a:pathLst>
              <a:path w="9906000">
                <a:moveTo>
                  <a:pt x="0" y="0"/>
                </a:moveTo>
                <a:lnTo>
                  <a:pt x="9905739" y="0"/>
                </a:lnTo>
              </a:path>
            </a:pathLst>
          </a:custGeom>
          <a:ln w="47624">
            <a:solidFill>
              <a:srgbClr val="FFF9F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9307195" cy="10274300"/>
            <a:chOff x="0" y="0"/>
            <a:chExt cx="9307195" cy="1027430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1748789" cy="1748789"/>
            </a:xfrm>
            <a:custGeom>
              <a:avLst/>
              <a:gdLst/>
              <a:ahLst/>
              <a:cxnLst/>
              <a:rect l="l" t="t" r="r" b="b"/>
              <a:pathLst>
                <a:path w="1748789" h="1748789">
                  <a:moveTo>
                    <a:pt x="874141" y="1748282"/>
                  </a:moveTo>
                  <a:lnTo>
                    <a:pt x="826179" y="1746988"/>
                  </a:lnTo>
                  <a:lnTo>
                    <a:pt x="778893" y="1743152"/>
                  </a:lnTo>
                  <a:lnTo>
                    <a:pt x="732350" y="1736841"/>
                  </a:lnTo>
                  <a:lnTo>
                    <a:pt x="686617" y="1728120"/>
                  </a:lnTo>
                  <a:lnTo>
                    <a:pt x="641759" y="1717057"/>
                  </a:lnTo>
                  <a:lnTo>
                    <a:pt x="597844" y="1703717"/>
                  </a:lnTo>
                  <a:lnTo>
                    <a:pt x="554939" y="1688169"/>
                  </a:lnTo>
                  <a:lnTo>
                    <a:pt x="513109" y="1670478"/>
                  </a:lnTo>
                  <a:lnTo>
                    <a:pt x="472422" y="1650712"/>
                  </a:lnTo>
                  <a:lnTo>
                    <a:pt x="432945" y="1628936"/>
                  </a:lnTo>
                  <a:lnTo>
                    <a:pt x="394743" y="1605217"/>
                  </a:lnTo>
                  <a:lnTo>
                    <a:pt x="357884" y="1579623"/>
                  </a:lnTo>
                  <a:lnTo>
                    <a:pt x="322435" y="1552220"/>
                  </a:lnTo>
                  <a:lnTo>
                    <a:pt x="288461" y="1523074"/>
                  </a:lnTo>
                  <a:lnTo>
                    <a:pt x="256030" y="1492252"/>
                  </a:lnTo>
                  <a:lnTo>
                    <a:pt x="225208" y="1459821"/>
                  </a:lnTo>
                  <a:lnTo>
                    <a:pt x="196062" y="1425847"/>
                  </a:lnTo>
                  <a:lnTo>
                    <a:pt x="168658" y="1390397"/>
                  </a:lnTo>
                  <a:lnTo>
                    <a:pt x="143064" y="1353538"/>
                  </a:lnTo>
                  <a:lnTo>
                    <a:pt x="119345" y="1315336"/>
                  </a:lnTo>
                  <a:lnTo>
                    <a:pt x="97570" y="1275859"/>
                  </a:lnTo>
                  <a:lnTo>
                    <a:pt x="77803" y="1235172"/>
                  </a:lnTo>
                  <a:lnTo>
                    <a:pt x="60112" y="1193342"/>
                  </a:lnTo>
                  <a:lnTo>
                    <a:pt x="44564" y="1150437"/>
                  </a:lnTo>
                  <a:lnTo>
                    <a:pt x="31225" y="1106522"/>
                  </a:lnTo>
                  <a:lnTo>
                    <a:pt x="20161" y="1061664"/>
                  </a:lnTo>
                  <a:lnTo>
                    <a:pt x="11441" y="1015931"/>
                  </a:lnTo>
                  <a:lnTo>
                    <a:pt x="5129" y="969388"/>
                  </a:lnTo>
                  <a:lnTo>
                    <a:pt x="1293" y="922102"/>
                  </a:lnTo>
                  <a:lnTo>
                    <a:pt x="0" y="874141"/>
                  </a:lnTo>
                  <a:lnTo>
                    <a:pt x="1293" y="826179"/>
                  </a:lnTo>
                  <a:lnTo>
                    <a:pt x="5129" y="778893"/>
                  </a:lnTo>
                  <a:lnTo>
                    <a:pt x="11441" y="732350"/>
                  </a:lnTo>
                  <a:lnTo>
                    <a:pt x="20161" y="686617"/>
                  </a:lnTo>
                  <a:lnTo>
                    <a:pt x="31225" y="641759"/>
                  </a:lnTo>
                  <a:lnTo>
                    <a:pt x="44564" y="597844"/>
                  </a:lnTo>
                  <a:lnTo>
                    <a:pt x="60112" y="554939"/>
                  </a:lnTo>
                  <a:lnTo>
                    <a:pt x="77803" y="513109"/>
                  </a:lnTo>
                  <a:lnTo>
                    <a:pt x="97570" y="472422"/>
                  </a:lnTo>
                  <a:lnTo>
                    <a:pt x="119345" y="432945"/>
                  </a:lnTo>
                  <a:lnTo>
                    <a:pt x="143064" y="394743"/>
                  </a:lnTo>
                  <a:lnTo>
                    <a:pt x="168658" y="357884"/>
                  </a:lnTo>
                  <a:lnTo>
                    <a:pt x="196062" y="322435"/>
                  </a:lnTo>
                  <a:lnTo>
                    <a:pt x="225208" y="288461"/>
                  </a:lnTo>
                  <a:lnTo>
                    <a:pt x="256030" y="256030"/>
                  </a:lnTo>
                  <a:lnTo>
                    <a:pt x="288461" y="225208"/>
                  </a:lnTo>
                  <a:lnTo>
                    <a:pt x="322435" y="196062"/>
                  </a:lnTo>
                  <a:lnTo>
                    <a:pt x="357884" y="168658"/>
                  </a:lnTo>
                  <a:lnTo>
                    <a:pt x="394743" y="143064"/>
                  </a:lnTo>
                  <a:lnTo>
                    <a:pt x="432945" y="119345"/>
                  </a:lnTo>
                  <a:lnTo>
                    <a:pt x="472422" y="97570"/>
                  </a:lnTo>
                  <a:lnTo>
                    <a:pt x="513109" y="77803"/>
                  </a:lnTo>
                  <a:lnTo>
                    <a:pt x="554939" y="60112"/>
                  </a:lnTo>
                  <a:lnTo>
                    <a:pt x="597844" y="44564"/>
                  </a:lnTo>
                  <a:lnTo>
                    <a:pt x="641759" y="31225"/>
                  </a:lnTo>
                  <a:lnTo>
                    <a:pt x="686617" y="20161"/>
                  </a:lnTo>
                  <a:lnTo>
                    <a:pt x="732350" y="11441"/>
                  </a:lnTo>
                  <a:lnTo>
                    <a:pt x="778893" y="5129"/>
                  </a:lnTo>
                  <a:lnTo>
                    <a:pt x="826179" y="1293"/>
                  </a:lnTo>
                  <a:lnTo>
                    <a:pt x="874141" y="0"/>
                  </a:lnTo>
                  <a:lnTo>
                    <a:pt x="922102" y="1293"/>
                  </a:lnTo>
                  <a:lnTo>
                    <a:pt x="969388" y="5129"/>
                  </a:lnTo>
                  <a:lnTo>
                    <a:pt x="1015931" y="11441"/>
                  </a:lnTo>
                  <a:lnTo>
                    <a:pt x="1061664" y="20161"/>
                  </a:lnTo>
                  <a:lnTo>
                    <a:pt x="1106522" y="31225"/>
                  </a:lnTo>
                  <a:lnTo>
                    <a:pt x="1150437" y="44564"/>
                  </a:lnTo>
                  <a:lnTo>
                    <a:pt x="1193342" y="60112"/>
                  </a:lnTo>
                  <a:lnTo>
                    <a:pt x="1235172" y="77803"/>
                  </a:lnTo>
                  <a:lnTo>
                    <a:pt x="1275859" y="97570"/>
                  </a:lnTo>
                  <a:lnTo>
                    <a:pt x="1315336" y="119345"/>
                  </a:lnTo>
                  <a:lnTo>
                    <a:pt x="1353538" y="143064"/>
                  </a:lnTo>
                  <a:lnTo>
                    <a:pt x="1390397" y="168658"/>
                  </a:lnTo>
                  <a:lnTo>
                    <a:pt x="1425847" y="196062"/>
                  </a:lnTo>
                  <a:lnTo>
                    <a:pt x="1459821" y="225208"/>
                  </a:lnTo>
                  <a:lnTo>
                    <a:pt x="1492252" y="256030"/>
                  </a:lnTo>
                  <a:lnTo>
                    <a:pt x="1523074" y="288461"/>
                  </a:lnTo>
                  <a:lnTo>
                    <a:pt x="1552220" y="322435"/>
                  </a:lnTo>
                  <a:lnTo>
                    <a:pt x="1579623" y="357884"/>
                  </a:lnTo>
                  <a:lnTo>
                    <a:pt x="1605217" y="394743"/>
                  </a:lnTo>
                  <a:lnTo>
                    <a:pt x="1628936" y="432945"/>
                  </a:lnTo>
                  <a:lnTo>
                    <a:pt x="1650712" y="472422"/>
                  </a:lnTo>
                  <a:lnTo>
                    <a:pt x="1670478" y="513109"/>
                  </a:lnTo>
                  <a:lnTo>
                    <a:pt x="1688169" y="554939"/>
                  </a:lnTo>
                  <a:lnTo>
                    <a:pt x="1703717" y="597844"/>
                  </a:lnTo>
                  <a:lnTo>
                    <a:pt x="1717057" y="641759"/>
                  </a:lnTo>
                  <a:lnTo>
                    <a:pt x="1728120" y="686617"/>
                  </a:lnTo>
                  <a:lnTo>
                    <a:pt x="1736841" y="732350"/>
                  </a:lnTo>
                  <a:lnTo>
                    <a:pt x="1743152" y="778893"/>
                  </a:lnTo>
                  <a:lnTo>
                    <a:pt x="1746988" y="826179"/>
                  </a:lnTo>
                  <a:lnTo>
                    <a:pt x="1748282" y="874141"/>
                  </a:lnTo>
                  <a:lnTo>
                    <a:pt x="1746988" y="922102"/>
                  </a:lnTo>
                  <a:lnTo>
                    <a:pt x="1743152" y="969388"/>
                  </a:lnTo>
                  <a:lnTo>
                    <a:pt x="1736841" y="1015931"/>
                  </a:lnTo>
                  <a:lnTo>
                    <a:pt x="1728120" y="1061664"/>
                  </a:lnTo>
                  <a:lnTo>
                    <a:pt x="1717057" y="1106522"/>
                  </a:lnTo>
                  <a:lnTo>
                    <a:pt x="1703717" y="1150437"/>
                  </a:lnTo>
                  <a:lnTo>
                    <a:pt x="1688169" y="1193342"/>
                  </a:lnTo>
                  <a:lnTo>
                    <a:pt x="1670478" y="1235172"/>
                  </a:lnTo>
                  <a:lnTo>
                    <a:pt x="1650712" y="1275859"/>
                  </a:lnTo>
                  <a:lnTo>
                    <a:pt x="1628936" y="1315336"/>
                  </a:lnTo>
                  <a:lnTo>
                    <a:pt x="1605217" y="1353538"/>
                  </a:lnTo>
                  <a:lnTo>
                    <a:pt x="1579623" y="1390397"/>
                  </a:lnTo>
                  <a:lnTo>
                    <a:pt x="1552220" y="1425847"/>
                  </a:lnTo>
                  <a:lnTo>
                    <a:pt x="1523074" y="1459821"/>
                  </a:lnTo>
                  <a:lnTo>
                    <a:pt x="1492252" y="1492252"/>
                  </a:lnTo>
                  <a:lnTo>
                    <a:pt x="1459821" y="1523074"/>
                  </a:lnTo>
                  <a:lnTo>
                    <a:pt x="1425847" y="1552220"/>
                  </a:lnTo>
                  <a:lnTo>
                    <a:pt x="1390397" y="1579623"/>
                  </a:lnTo>
                  <a:lnTo>
                    <a:pt x="1353538" y="1605217"/>
                  </a:lnTo>
                  <a:lnTo>
                    <a:pt x="1315336" y="1628936"/>
                  </a:lnTo>
                  <a:lnTo>
                    <a:pt x="1275859" y="1650712"/>
                  </a:lnTo>
                  <a:lnTo>
                    <a:pt x="1235172" y="1670478"/>
                  </a:lnTo>
                  <a:lnTo>
                    <a:pt x="1193342" y="1688169"/>
                  </a:lnTo>
                  <a:lnTo>
                    <a:pt x="1150437" y="1703717"/>
                  </a:lnTo>
                  <a:lnTo>
                    <a:pt x="1106522" y="1717057"/>
                  </a:lnTo>
                  <a:lnTo>
                    <a:pt x="1061664" y="1728120"/>
                  </a:lnTo>
                  <a:lnTo>
                    <a:pt x="1015931" y="1736841"/>
                  </a:lnTo>
                  <a:lnTo>
                    <a:pt x="969388" y="1743152"/>
                  </a:lnTo>
                  <a:lnTo>
                    <a:pt x="922102" y="1746988"/>
                  </a:lnTo>
                  <a:lnTo>
                    <a:pt x="874141" y="1748282"/>
                  </a:lnTo>
                  <a:close/>
                </a:path>
              </a:pathLst>
            </a:custGeom>
            <a:solidFill>
              <a:srgbClr val="A279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4466" y="1523832"/>
              <a:ext cx="8702675" cy="8750300"/>
            </a:xfrm>
            <a:custGeom>
              <a:avLst/>
              <a:gdLst/>
              <a:ahLst/>
              <a:cxnLst/>
              <a:rect l="l" t="t" r="r" b="b"/>
              <a:pathLst>
                <a:path w="8702675" h="8750300">
                  <a:moveTo>
                    <a:pt x="2142021" y="12700"/>
                  </a:moveTo>
                  <a:lnTo>
                    <a:pt x="1084376" y="12700"/>
                  </a:lnTo>
                  <a:lnTo>
                    <a:pt x="1134969" y="0"/>
                  </a:lnTo>
                  <a:lnTo>
                    <a:pt x="2095436" y="0"/>
                  </a:lnTo>
                  <a:lnTo>
                    <a:pt x="2142021" y="12700"/>
                  </a:lnTo>
                  <a:close/>
                </a:path>
                <a:path w="8702675" h="8750300">
                  <a:moveTo>
                    <a:pt x="2615147" y="25400"/>
                  </a:moveTo>
                  <a:lnTo>
                    <a:pt x="984410" y="25400"/>
                  </a:lnTo>
                  <a:lnTo>
                    <a:pt x="1034171" y="12700"/>
                  </a:lnTo>
                  <a:lnTo>
                    <a:pt x="2564526" y="12700"/>
                  </a:lnTo>
                  <a:lnTo>
                    <a:pt x="2615147" y="25400"/>
                  </a:lnTo>
                  <a:close/>
                </a:path>
                <a:path w="8702675" h="8750300">
                  <a:moveTo>
                    <a:pt x="4891879" y="25400"/>
                  </a:moveTo>
                  <a:lnTo>
                    <a:pt x="3070565" y="25400"/>
                  </a:lnTo>
                  <a:lnTo>
                    <a:pt x="3121152" y="12700"/>
                  </a:lnTo>
                  <a:lnTo>
                    <a:pt x="4841238" y="12700"/>
                  </a:lnTo>
                  <a:lnTo>
                    <a:pt x="4891879" y="25400"/>
                  </a:lnTo>
                  <a:close/>
                </a:path>
                <a:path w="8702675" h="8750300">
                  <a:moveTo>
                    <a:pt x="2322862" y="8737600"/>
                  </a:moveTo>
                  <a:lnTo>
                    <a:pt x="1748932" y="8737600"/>
                  </a:lnTo>
                  <a:lnTo>
                    <a:pt x="1649993" y="8712200"/>
                  </a:lnTo>
                  <a:lnTo>
                    <a:pt x="1597587" y="8699500"/>
                  </a:lnTo>
                  <a:lnTo>
                    <a:pt x="1542912" y="8686800"/>
                  </a:lnTo>
                  <a:lnTo>
                    <a:pt x="1485732" y="8674100"/>
                  </a:lnTo>
                  <a:lnTo>
                    <a:pt x="1397743" y="8648700"/>
                  </a:lnTo>
                  <a:lnTo>
                    <a:pt x="1354390" y="8623300"/>
                  </a:lnTo>
                  <a:lnTo>
                    <a:pt x="1311475" y="8610600"/>
                  </a:lnTo>
                  <a:lnTo>
                    <a:pt x="1185411" y="8534400"/>
                  </a:lnTo>
                  <a:lnTo>
                    <a:pt x="1144306" y="8509000"/>
                  </a:lnTo>
                  <a:lnTo>
                    <a:pt x="1103668" y="8470900"/>
                  </a:lnTo>
                  <a:lnTo>
                    <a:pt x="1023824" y="8420100"/>
                  </a:lnTo>
                  <a:lnTo>
                    <a:pt x="984629" y="8382000"/>
                  </a:lnTo>
                  <a:lnTo>
                    <a:pt x="945928" y="8343900"/>
                  </a:lnTo>
                  <a:lnTo>
                    <a:pt x="907727" y="8305800"/>
                  </a:lnTo>
                  <a:lnTo>
                    <a:pt x="870032" y="8267700"/>
                  </a:lnTo>
                  <a:lnTo>
                    <a:pt x="832849" y="8229600"/>
                  </a:lnTo>
                  <a:lnTo>
                    <a:pt x="796186" y="8191500"/>
                  </a:lnTo>
                  <a:lnTo>
                    <a:pt x="760047" y="8153400"/>
                  </a:lnTo>
                  <a:lnTo>
                    <a:pt x="724440" y="8115300"/>
                  </a:lnTo>
                  <a:lnTo>
                    <a:pt x="689371" y="8077200"/>
                  </a:lnTo>
                  <a:lnTo>
                    <a:pt x="654846" y="8039100"/>
                  </a:lnTo>
                  <a:lnTo>
                    <a:pt x="620871" y="8001000"/>
                  </a:lnTo>
                  <a:lnTo>
                    <a:pt x="587453" y="7962900"/>
                  </a:lnTo>
                  <a:lnTo>
                    <a:pt x="554598" y="7924800"/>
                  </a:lnTo>
                  <a:lnTo>
                    <a:pt x="522312" y="7886700"/>
                  </a:lnTo>
                  <a:lnTo>
                    <a:pt x="490602" y="7848600"/>
                  </a:lnTo>
                  <a:lnTo>
                    <a:pt x="459474" y="7810500"/>
                  </a:lnTo>
                  <a:lnTo>
                    <a:pt x="428935" y="7772400"/>
                  </a:lnTo>
                  <a:lnTo>
                    <a:pt x="398990" y="7734300"/>
                  </a:lnTo>
                  <a:lnTo>
                    <a:pt x="369645" y="7696200"/>
                  </a:lnTo>
                  <a:lnTo>
                    <a:pt x="340909" y="7658100"/>
                  </a:lnTo>
                  <a:lnTo>
                    <a:pt x="312785" y="7620000"/>
                  </a:lnTo>
                  <a:lnTo>
                    <a:pt x="292081" y="7594600"/>
                  </a:lnTo>
                  <a:lnTo>
                    <a:pt x="253483" y="7543800"/>
                  </a:lnTo>
                  <a:lnTo>
                    <a:pt x="218497" y="7493000"/>
                  </a:lnTo>
                  <a:lnTo>
                    <a:pt x="186961" y="7442200"/>
                  </a:lnTo>
                  <a:lnTo>
                    <a:pt x="172436" y="7404100"/>
                  </a:lnTo>
                  <a:lnTo>
                    <a:pt x="158712" y="7378700"/>
                  </a:lnTo>
                  <a:lnTo>
                    <a:pt x="145769" y="7353300"/>
                  </a:lnTo>
                  <a:lnTo>
                    <a:pt x="133587" y="7327900"/>
                  </a:lnTo>
                  <a:lnTo>
                    <a:pt x="122145" y="7289800"/>
                  </a:lnTo>
                  <a:lnTo>
                    <a:pt x="111423" y="7264400"/>
                  </a:lnTo>
                  <a:lnTo>
                    <a:pt x="101401" y="7239000"/>
                  </a:lnTo>
                  <a:lnTo>
                    <a:pt x="92059" y="7200900"/>
                  </a:lnTo>
                  <a:lnTo>
                    <a:pt x="83375" y="7175500"/>
                  </a:lnTo>
                  <a:lnTo>
                    <a:pt x="75330" y="7137400"/>
                  </a:lnTo>
                  <a:lnTo>
                    <a:pt x="67903" y="7112000"/>
                  </a:lnTo>
                  <a:lnTo>
                    <a:pt x="61075" y="7073900"/>
                  </a:lnTo>
                  <a:lnTo>
                    <a:pt x="54823" y="7035800"/>
                  </a:lnTo>
                  <a:lnTo>
                    <a:pt x="49130" y="6997700"/>
                  </a:lnTo>
                  <a:lnTo>
                    <a:pt x="43973" y="6959600"/>
                  </a:lnTo>
                  <a:lnTo>
                    <a:pt x="39332" y="6934200"/>
                  </a:lnTo>
                  <a:lnTo>
                    <a:pt x="35188" y="6896100"/>
                  </a:lnTo>
                  <a:lnTo>
                    <a:pt x="31520" y="6845300"/>
                  </a:lnTo>
                  <a:lnTo>
                    <a:pt x="28308" y="6807200"/>
                  </a:lnTo>
                  <a:lnTo>
                    <a:pt x="25530" y="6769100"/>
                  </a:lnTo>
                  <a:lnTo>
                    <a:pt x="23168" y="6731000"/>
                  </a:lnTo>
                  <a:lnTo>
                    <a:pt x="21200" y="6680200"/>
                  </a:lnTo>
                  <a:lnTo>
                    <a:pt x="19606" y="6642100"/>
                  </a:lnTo>
                  <a:lnTo>
                    <a:pt x="18367" y="6591300"/>
                  </a:lnTo>
                  <a:lnTo>
                    <a:pt x="17460" y="6553200"/>
                  </a:lnTo>
                  <a:lnTo>
                    <a:pt x="16867" y="6502400"/>
                  </a:lnTo>
                  <a:lnTo>
                    <a:pt x="16567" y="6451600"/>
                  </a:lnTo>
                  <a:lnTo>
                    <a:pt x="16539" y="6400800"/>
                  </a:lnTo>
                  <a:lnTo>
                    <a:pt x="16764" y="6350000"/>
                  </a:lnTo>
                  <a:lnTo>
                    <a:pt x="17220" y="6286500"/>
                  </a:lnTo>
                  <a:lnTo>
                    <a:pt x="17888" y="6235700"/>
                  </a:lnTo>
                  <a:lnTo>
                    <a:pt x="18746" y="6184900"/>
                  </a:lnTo>
                  <a:lnTo>
                    <a:pt x="19776" y="6121400"/>
                  </a:lnTo>
                  <a:lnTo>
                    <a:pt x="20956" y="6057900"/>
                  </a:lnTo>
                  <a:lnTo>
                    <a:pt x="22266" y="6007100"/>
                  </a:lnTo>
                  <a:lnTo>
                    <a:pt x="23686" y="5943600"/>
                  </a:lnTo>
                  <a:lnTo>
                    <a:pt x="30056" y="5676900"/>
                  </a:lnTo>
                  <a:lnTo>
                    <a:pt x="33371" y="5524500"/>
                  </a:lnTo>
                  <a:lnTo>
                    <a:pt x="34990" y="5448300"/>
                  </a:lnTo>
                  <a:lnTo>
                    <a:pt x="36555" y="5372100"/>
                  </a:lnTo>
                  <a:lnTo>
                    <a:pt x="38048" y="5295900"/>
                  </a:lnTo>
                  <a:lnTo>
                    <a:pt x="39446" y="5219700"/>
                  </a:lnTo>
                  <a:lnTo>
                    <a:pt x="40731" y="5130800"/>
                  </a:lnTo>
                  <a:lnTo>
                    <a:pt x="41881" y="5041900"/>
                  </a:lnTo>
                  <a:lnTo>
                    <a:pt x="42877" y="4953000"/>
                  </a:lnTo>
                  <a:lnTo>
                    <a:pt x="44265" y="4800600"/>
                  </a:lnTo>
                  <a:lnTo>
                    <a:pt x="44734" y="4737100"/>
                  </a:lnTo>
                  <a:lnTo>
                    <a:pt x="45108" y="4673600"/>
                  </a:lnTo>
                  <a:lnTo>
                    <a:pt x="45426" y="4584700"/>
                  </a:lnTo>
                  <a:lnTo>
                    <a:pt x="45452" y="4254500"/>
                  </a:lnTo>
                  <a:lnTo>
                    <a:pt x="45267" y="4203700"/>
                  </a:lnTo>
                  <a:lnTo>
                    <a:pt x="44916" y="4127500"/>
                  </a:lnTo>
                  <a:lnTo>
                    <a:pt x="44627" y="4076700"/>
                  </a:lnTo>
                  <a:lnTo>
                    <a:pt x="44200" y="4013200"/>
                  </a:lnTo>
                  <a:lnTo>
                    <a:pt x="43707" y="3949700"/>
                  </a:lnTo>
                  <a:lnTo>
                    <a:pt x="43154" y="3886200"/>
                  </a:lnTo>
                  <a:lnTo>
                    <a:pt x="42541" y="3822700"/>
                  </a:lnTo>
                  <a:lnTo>
                    <a:pt x="41872" y="3759200"/>
                  </a:lnTo>
                  <a:lnTo>
                    <a:pt x="41151" y="3695700"/>
                  </a:lnTo>
                  <a:lnTo>
                    <a:pt x="40379" y="3632200"/>
                  </a:lnTo>
                  <a:lnTo>
                    <a:pt x="39559" y="3568700"/>
                  </a:lnTo>
                  <a:lnTo>
                    <a:pt x="38696" y="3505200"/>
                  </a:lnTo>
                  <a:lnTo>
                    <a:pt x="37790" y="3454400"/>
                  </a:lnTo>
                  <a:lnTo>
                    <a:pt x="36846" y="3390900"/>
                  </a:lnTo>
                  <a:lnTo>
                    <a:pt x="35865" y="3327400"/>
                  </a:lnTo>
                  <a:lnTo>
                    <a:pt x="34851" y="3263900"/>
                  </a:lnTo>
                  <a:lnTo>
                    <a:pt x="33808" y="3213100"/>
                  </a:lnTo>
                  <a:lnTo>
                    <a:pt x="32736" y="3149600"/>
                  </a:lnTo>
                  <a:lnTo>
                    <a:pt x="31640" y="3098800"/>
                  </a:lnTo>
                  <a:lnTo>
                    <a:pt x="30522" y="3035300"/>
                  </a:lnTo>
                  <a:lnTo>
                    <a:pt x="29385" y="2984500"/>
                  </a:lnTo>
                  <a:lnTo>
                    <a:pt x="28232" y="2921000"/>
                  </a:lnTo>
                  <a:lnTo>
                    <a:pt x="25890" y="2819400"/>
                  </a:lnTo>
                  <a:lnTo>
                    <a:pt x="23517" y="2705100"/>
                  </a:lnTo>
                  <a:lnTo>
                    <a:pt x="18771" y="2501900"/>
                  </a:lnTo>
                  <a:lnTo>
                    <a:pt x="10941" y="2171700"/>
                  </a:lnTo>
                  <a:lnTo>
                    <a:pt x="6173" y="1968500"/>
                  </a:lnTo>
                  <a:lnTo>
                    <a:pt x="4552" y="1892300"/>
                  </a:lnTo>
                  <a:lnTo>
                    <a:pt x="3813" y="1854200"/>
                  </a:lnTo>
                  <a:lnTo>
                    <a:pt x="3127" y="1816100"/>
                  </a:lnTo>
                  <a:lnTo>
                    <a:pt x="2496" y="1778000"/>
                  </a:lnTo>
                  <a:lnTo>
                    <a:pt x="1923" y="1752600"/>
                  </a:lnTo>
                  <a:lnTo>
                    <a:pt x="1411" y="1714500"/>
                  </a:lnTo>
                  <a:lnTo>
                    <a:pt x="962" y="1689100"/>
                  </a:lnTo>
                  <a:lnTo>
                    <a:pt x="579" y="1651000"/>
                  </a:lnTo>
                  <a:lnTo>
                    <a:pt x="266" y="1625600"/>
                  </a:lnTo>
                  <a:lnTo>
                    <a:pt x="0" y="1600200"/>
                  </a:lnTo>
                  <a:lnTo>
                    <a:pt x="0" y="1485900"/>
                  </a:lnTo>
                  <a:lnTo>
                    <a:pt x="145" y="1460500"/>
                  </a:lnTo>
                  <a:lnTo>
                    <a:pt x="209" y="1384300"/>
                  </a:lnTo>
                  <a:lnTo>
                    <a:pt x="0" y="1358900"/>
                  </a:lnTo>
                  <a:lnTo>
                    <a:pt x="0" y="1117600"/>
                  </a:lnTo>
                  <a:lnTo>
                    <a:pt x="661" y="1079500"/>
                  </a:lnTo>
                  <a:lnTo>
                    <a:pt x="2360" y="1041400"/>
                  </a:lnTo>
                  <a:lnTo>
                    <a:pt x="4941" y="990600"/>
                  </a:lnTo>
                  <a:lnTo>
                    <a:pt x="8561" y="939800"/>
                  </a:lnTo>
                  <a:lnTo>
                    <a:pt x="13378" y="889000"/>
                  </a:lnTo>
                  <a:lnTo>
                    <a:pt x="19549" y="850900"/>
                  </a:lnTo>
                  <a:lnTo>
                    <a:pt x="27230" y="800100"/>
                  </a:lnTo>
                  <a:lnTo>
                    <a:pt x="36579" y="762000"/>
                  </a:lnTo>
                  <a:lnTo>
                    <a:pt x="47752" y="711200"/>
                  </a:lnTo>
                  <a:lnTo>
                    <a:pt x="60907" y="673100"/>
                  </a:lnTo>
                  <a:lnTo>
                    <a:pt x="76201" y="622300"/>
                  </a:lnTo>
                  <a:lnTo>
                    <a:pt x="93790" y="584200"/>
                  </a:lnTo>
                  <a:lnTo>
                    <a:pt x="113832" y="546100"/>
                  </a:lnTo>
                  <a:lnTo>
                    <a:pt x="136484" y="495300"/>
                  </a:lnTo>
                  <a:lnTo>
                    <a:pt x="161903" y="457200"/>
                  </a:lnTo>
                  <a:lnTo>
                    <a:pt x="190246" y="419100"/>
                  </a:lnTo>
                  <a:lnTo>
                    <a:pt x="221669" y="381000"/>
                  </a:lnTo>
                  <a:lnTo>
                    <a:pt x="256330" y="342900"/>
                  </a:lnTo>
                  <a:lnTo>
                    <a:pt x="294386" y="317500"/>
                  </a:lnTo>
                  <a:lnTo>
                    <a:pt x="329417" y="279400"/>
                  </a:lnTo>
                  <a:lnTo>
                    <a:pt x="365789" y="254000"/>
                  </a:lnTo>
                  <a:lnTo>
                    <a:pt x="403446" y="228600"/>
                  </a:lnTo>
                  <a:lnTo>
                    <a:pt x="442331" y="203200"/>
                  </a:lnTo>
                  <a:lnTo>
                    <a:pt x="482390" y="177800"/>
                  </a:lnTo>
                  <a:lnTo>
                    <a:pt x="523565" y="165100"/>
                  </a:lnTo>
                  <a:lnTo>
                    <a:pt x="565801" y="139700"/>
                  </a:lnTo>
                  <a:lnTo>
                    <a:pt x="609042" y="114300"/>
                  </a:lnTo>
                  <a:lnTo>
                    <a:pt x="790930" y="63500"/>
                  </a:lnTo>
                  <a:lnTo>
                    <a:pt x="935150" y="25400"/>
                  </a:lnTo>
                  <a:lnTo>
                    <a:pt x="5239251" y="25400"/>
                  </a:lnTo>
                  <a:lnTo>
                    <a:pt x="5289290" y="38100"/>
                  </a:lnTo>
                  <a:lnTo>
                    <a:pt x="5490241" y="38100"/>
                  </a:lnTo>
                  <a:lnTo>
                    <a:pt x="5742765" y="50800"/>
                  </a:lnTo>
                  <a:lnTo>
                    <a:pt x="6097440" y="50800"/>
                  </a:lnTo>
                  <a:lnTo>
                    <a:pt x="6148111" y="63500"/>
                  </a:lnTo>
                  <a:lnTo>
                    <a:pt x="6501997" y="63500"/>
                  </a:lnTo>
                  <a:lnTo>
                    <a:pt x="6552363" y="76200"/>
                  </a:lnTo>
                  <a:lnTo>
                    <a:pt x="6803092" y="76200"/>
                  </a:lnTo>
                  <a:lnTo>
                    <a:pt x="6860651" y="88900"/>
                  </a:lnTo>
                  <a:lnTo>
                    <a:pt x="7167140" y="88900"/>
                  </a:lnTo>
                  <a:lnTo>
                    <a:pt x="7213051" y="101600"/>
                  </a:lnTo>
                  <a:lnTo>
                    <a:pt x="7301699" y="101600"/>
                  </a:lnTo>
                  <a:lnTo>
                    <a:pt x="7344718" y="114300"/>
                  </a:lnTo>
                  <a:lnTo>
                    <a:pt x="7552343" y="177800"/>
                  </a:lnTo>
                  <a:lnTo>
                    <a:pt x="7675985" y="254000"/>
                  </a:lnTo>
                  <a:lnTo>
                    <a:pt x="7717884" y="292100"/>
                  </a:lnTo>
                  <a:lnTo>
                    <a:pt x="7760357" y="317500"/>
                  </a:lnTo>
                  <a:lnTo>
                    <a:pt x="7803546" y="368300"/>
                  </a:lnTo>
                  <a:lnTo>
                    <a:pt x="7838996" y="393700"/>
                  </a:lnTo>
                  <a:lnTo>
                    <a:pt x="7944760" y="508000"/>
                  </a:lnTo>
                  <a:lnTo>
                    <a:pt x="7979750" y="533400"/>
                  </a:lnTo>
                  <a:lnTo>
                    <a:pt x="8083637" y="647700"/>
                  </a:lnTo>
                  <a:lnTo>
                    <a:pt x="8151782" y="723900"/>
                  </a:lnTo>
                  <a:lnTo>
                    <a:pt x="8218842" y="800100"/>
                  </a:lnTo>
                  <a:lnTo>
                    <a:pt x="8251913" y="838200"/>
                  </a:lnTo>
                  <a:lnTo>
                    <a:pt x="8284651" y="876300"/>
                  </a:lnTo>
                  <a:lnTo>
                    <a:pt x="8317034" y="914400"/>
                  </a:lnTo>
                  <a:lnTo>
                    <a:pt x="8349041" y="952500"/>
                  </a:lnTo>
                  <a:lnTo>
                    <a:pt x="8380652" y="1003300"/>
                  </a:lnTo>
                  <a:lnTo>
                    <a:pt x="8411846" y="1041400"/>
                  </a:lnTo>
                  <a:lnTo>
                    <a:pt x="8442601" y="1079500"/>
                  </a:lnTo>
                  <a:lnTo>
                    <a:pt x="8472898" y="1117600"/>
                  </a:lnTo>
                  <a:lnTo>
                    <a:pt x="8502715" y="1155700"/>
                  </a:lnTo>
                  <a:lnTo>
                    <a:pt x="8523129" y="1181100"/>
                  </a:lnTo>
                  <a:lnTo>
                    <a:pt x="8542189" y="1206500"/>
                  </a:lnTo>
                  <a:lnTo>
                    <a:pt x="8559938" y="1231900"/>
                  </a:lnTo>
                  <a:lnTo>
                    <a:pt x="8576419" y="1270000"/>
                  </a:lnTo>
                  <a:lnTo>
                    <a:pt x="8591674" y="1295400"/>
                  </a:lnTo>
                  <a:lnTo>
                    <a:pt x="8605747" y="1320800"/>
                  </a:lnTo>
                  <a:lnTo>
                    <a:pt x="8618680" y="1358900"/>
                  </a:lnTo>
                  <a:lnTo>
                    <a:pt x="8630517" y="1384300"/>
                  </a:lnTo>
                  <a:lnTo>
                    <a:pt x="8641300" y="1422400"/>
                  </a:lnTo>
                  <a:lnTo>
                    <a:pt x="8651071" y="1460500"/>
                  </a:lnTo>
                  <a:lnTo>
                    <a:pt x="8659874" y="1485900"/>
                  </a:lnTo>
                  <a:lnTo>
                    <a:pt x="8667752" y="1524000"/>
                  </a:lnTo>
                  <a:lnTo>
                    <a:pt x="8674747" y="1562100"/>
                  </a:lnTo>
                  <a:lnTo>
                    <a:pt x="8680902" y="1600200"/>
                  </a:lnTo>
                  <a:lnTo>
                    <a:pt x="8686260" y="1638300"/>
                  </a:lnTo>
                  <a:lnTo>
                    <a:pt x="8690864" y="1689100"/>
                  </a:lnTo>
                  <a:lnTo>
                    <a:pt x="8694756" y="1727200"/>
                  </a:lnTo>
                  <a:lnTo>
                    <a:pt x="8697981" y="1778000"/>
                  </a:lnTo>
                  <a:lnTo>
                    <a:pt x="8700579" y="1816100"/>
                  </a:lnTo>
                  <a:lnTo>
                    <a:pt x="8702494" y="1866900"/>
                  </a:lnTo>
                  <a:lnTo>
                    <a:pt x="8702494" y="2362200"/>
                  </a:lnTo>
                  <a:lnTo>
                    <a:pt x="8701577" y="2413000"/>
                  </a:lnTo>
                  <a:lnTo>
                    <a:pt x="8700121" y="2476500"/>
                  </a:lnTo>
                  <a:lnTo>
                    <a:pt x="8696915" y="2641600"/>
                  </a:lnTo>
                  <a:lnTo>
                    <a:pt x="8695252" y="2717800"/>
                  </a:lnTo>
                  <a:lnTo>
                    <a:pt x="8693606" y="2806700"/>
                  </a:lnTo>
                  <a:lnTo>
                    <a:pt x="8692519" y="2882900"/>
                  </a:lnTo>
                  <a:lnTo>
                    <a:pt x="8691556" y="2959100"/>
                  </a:lnTo>
                  <a:lnTo>
                    <a:pt x="8690712" y="3035300"/>
                  </a:lnTo>
                  <a:lnTo>
                    <a:pt x="8690104" y="3098800"/>
                  </a:lnTo>
                  <a:lnTo>
                    <a:pt x="8689983" y="3111500"/>
                  </a:lnTo>
                  <a:lnTo>
                    <a:pt x="8689366" y="3187700"/>
                  </a:lnTo>
                  <a:lnTo>
                    <a:pt x="8688856" y="3263900"/>
                  </a:lnTo>
                  <a:lnTo>
                    <a:pt x="8688518" y="3327400"/>
                  </a:lnTo>
                  <a:lnTo>
                    <a:pt x="8688246" y="3390900"/>
                  </a:lnTo>
                  <a:lnTo>
                    <a:pt x="8688017" y="3454400"/>
                  </a:lnTo>
                  <a:lnTo>
                    <a:pt x="8687969" y="3771900"/>
                  </a:lnTo>
                  <a:lnTo>
                    <a:pt x="8688108" y="3822700"/>
                  </a:lnTo>
                  <a:lnTo>
                    <a:pt x="8688177" y="3848100"/>
                  </a:lnTo>
                  <a:lnTo>
                    <a:pt x="8688807" y="3987800"/>
                  </a:lnTo>
                  <a:lnTo>
                    <a:pt x="8689692" y="4127500"/>
                  </a:lnTo>
                  <a:lnTo>
                    <a:pt x="8690230" y="4191000"/>
                  </a:lnTo>
                  <a:lnTo>
                    <a:pt x="8690810" y="4254500"/>
                  </a:lnTo>
                  <a:lnTo>
                    <a:pt x="8691432" y="4318000"/>
                  </a:lnTo>
                  <a:lnTo>
                    <a:pt x="8692106" y="4394200"/>
                  </a:lnTo>
                  <a:lnTo>
                    <a:pt x="8692820" y="4457700"/>
                  </a:lnTo>
                  <a:lnTo>
                    <a:pt x="8693571" y="4521200"/>
                  </a:lnTo>
                  <a:lnTo>
                    <a:pt x="8694354" y="4584700"/>
                  </a:lnTo>
                  <a:lnTo>
                    <a:pt x="8696001" y="4711700"/>
                  </a:lnTo>
                  <a:lnTo>
                    <a:pt x="8697731" y="4838700"/>
                  </a:lnTo>
                  <a:lnTo>
                    <a:pt x="8699512" y="4965700"/>
                  </a:lnTo>
                  <a:lnTo>
                    <a:pt x="8702494" y="5168900"/>
                  </a:lnTo>
                  <a:lnTo>
                    <a:pt x="8702494" y="6845300"/>
                  </a:lnTo>
                  <a:lnTo>
                    <a:pt x="8700933" y="6870700"/>
                  </a:lnTo>
                  <a:lnTo>
                    <a:pt x="8699085" y="6908800"/>
                  </a:lnTo>
                  <a:lnTo>
                    <a:pt x="8697088" y="6946900"/>
                  </a:lnTo>
                  <a:lnTo>
                    <a:pt x="8694938" y="6985000"/>
                  </a:lnTo>
                  <a:lnTo>
                    <a:pt x="8692630" y="7023100"/>
                  </a:lnTo>
                  <a:lnTo>
                    <a:pt x="8690161" y="7061200"/>
                  </a:lnTo>
                  <a:lnTo>
                    <a:pt x="8687527" y="7099300"/>
                  </a:lnTo>
                  <a:lnTo>
                    <a:pt x="8684723" y="7137400"/>
                  </a:lnTo>
                  <a:lnTo>
                    <a:pt x="8681747" y="7175500"/>
                  </a:lnTo>
                  <a:lnTo>
                    <a:pt x="8678593" y="7213600"/>
                  </a:lnTo>
                  <a:lnTo>
                    <a:pt x="8675259" y="7239000"/>
                  </a:lnTo>
                  <a:lnTo>
                    <a:pt x="8671739" y="7277100"/>
                  </a:lnTo>
                  <a:lnTo>
                    <a:pt x="8668031" y="7315200"/>
                  </a:lnTo>
                  <a:lnTo>
                    <a:pt x="8664129" y="7340600"/>
                  </a:lnTo>
                  <a:lnTo>
                    <a:pt x="8660031" y="7378700"/>
                  </a:lnTo>
                  <a:lnTo>
                    <a:pt x="8655732" y="7416800"/>
                  </a:lnTo>
                  <a:lnTo>
                    <a:pt x="8651229" y="7442200"/>
                  </a:lnTo>
                  <a:lnTo>
                    <a:pt x="8646516" y="7480300"/>
                  </a:lnTo>
                  <a:lnTo>
                    <a:pt x="8641591" y="7505700"/>
                  </a:lnTo>
                  <a:lnTo>
                    <a:pt x="8636450" y="7531100"/>
                  </a:lnTo>
                  <a:lnTo>
                    <a:pt x="8631088" y="7569200"/>
                  </a:lnTo>
                  <a:lnTo>
                    <a:pt x="8625501" y="7594600"/>
                  </a:lnTo>
                  <a:lnTo>
                    <a:pt x="8619686" y="7620000"/>
                  </a:lnTo>
                  <a:lnTo>
                    <a:pt x="8613639" y="7658100"/>
                  </a:lnTo>
                  <a:lnTo>
                    <a:pt x="8600831" y="7708900"/>
                  </a:lnTo>
                  <a:lnTo>
                    <a:pt x="8587046" y="7759700"/>
                  </a:lnTo>
                  <a:lnTo>
                    <a:pt x="8572253" y="7810500"/>
                  </a:lnTo>
                  <a:lnTo>
                    <a:pt x="8556419" y="7861300"/>
                  </a:lnTo>
                  <a:lnTo>
                    <a:pt x="8539513" y="7912100"/>
                  </a:lnTo>
                  <a:lnTo>
                    <a:pt x="8524821" y="7937500"/>
                  </a:lnTo>
                  <a:lnTo>
                    <a:pt x="8509359" y="7975600"/>
                  </a:lnTo>
                  <a:lnTo>
                    <a:pt x="8493101" y="8013700"/>
                  </a:lnTo>
                  <a:lnTo>
                    <a:pt x="8476018" y="8051800"/>
                  </a:lnTo>
                  <a:lnTo>
                    <a:pt x="8458083" y="8089900"/>
                  </a:lnTo>
                  <a:lnTo>
                    <a:pt x="8439268" y="8128000"/>
                  </a:lnTo>
                  <a:lnTo>
                    <a:pt x="8419546" y="8166100"/>
                  </a:lnTo>
                  <a:lnTo>
                    <a:pt x="8398889" y="8191500"/>
                  </a:lnTo>
                  <a:lnTo>
                    <a:pt x="8377269" y="8229600"/>
                  </a:lnTo>
                  <a:lnTo>
                    <a:pt x="8354659" y="8267700"/>
                  </a:lnTo>
                  <a:lnTo>
                    <a:pt x="8331032" y="8293100"/>
                  </a:lnTo>
                  <a:lnTo>
                    <a:pt x="8306359" y="8331200"/>
                  </a:lnTo>
                  <a:lnTo>
                    <a:pt x="8280614" y="8356600"/>
                  </a:lnTo>
                  <a:lnTo>
                    <a:pt x="8253767" y="8394700"/>
                  </a:lnTo>
                  <a:lnTo>
                    <a:pt x="8225793" y="8420100"/>
                  </a:lnTo>
                  <a:lnTo>
                    <a:pt x="8196663" y="8445500"/>
                  </a:lnTo>
                  <a:lnTo>
                    <a:pt x="8166350" y="8470900"/>
                  </a:lnTo>
                  <a:lnTo>
                    <a:pt x="8134826" y="8496300"/>
                  </a:lnTo>
                  <a:lnTo>
                    <a:pt x="8102063" y="8521700"/>
                  </a:lnTo>
                  <a:lnTo>
                    <a:pt x="8068035" y="8547100"/>
                  </a:lnTo>
                  <a:lnTo>
                    <a:pt x="8032712" y="8572500"/>
                  </a:lnTo>
                  <a:lnTo>
                    <a:pt x="7996069" y="8597900"/>
                  </a:lnTo>
                  <a:lnTo>
                    <a:pt x="7958076" y="8623300"/>
                  </a:lnTo>
                  <a:lnTo>
                    <a:pt x="7918707" y="8636000"/>
                  </a:lnTo>
                  <a:lnTo>
                    <a:pt x="7877934" y="8661400"/>
                  </a:lnTo>
                  <a:lnTo>
                    <a:pt x="7835729" y="8674100"/>
                  </a:lnTo>
                  <a:lnTo>
                    <a:pt x="7792065" y="8686800"/>
                  </a:lnTo>
                  <a:lnTo>
                    <a:pt x="5427540" y="8686800"/>
                  </a:lnTo>
                  <a:lnTo>
                    <a:pt x="5366971" y="8699500"/>
                  </a:lnTo>
                  <a:lnTo>
                    <a:pt x="4787293" y="8699500"/>
                  </a:lnTo>
                  <a:lnTo>
                    <a:pt x="4733624" y="8712200"/>
                  </a:lnTo>
                  <a:lnTo>
                    <a:pt x="2581889" y="8712200"/>
                  </a:lnTo>
                  <a:lnTo>
                    <a:pt x="2525730" y="8724900"/>
                  </a:lnTo>
                  <a:lnTo>
                    <a:pt x="2370782" y="8724900"/>
                  </a:lnTo>
                  <a:lnTo>
                    <a:pt x="2322862" y="8737600"/>
                  </a:lnTo>
                  <a:close/>
                </a:path>
                <a:path w="8702675" h="8750300">
                  <a:moveTo>
                    <a:pt x="7602264" y="8737600"/>
                  </a:moveTo>
                  <a:lnTo>
                    <a:pt x="7003521" y="8737600"/>
                  </a:lnTo>
                  <a:lnTo>
                    <a:pt x="6973772" y="8724900"/>
                  </a:lnTo>
                  <a:lnTo>
                    <a:pt x="6794289" y="8724900"/>
                  </a:lnTo>
                  <a:lnTo>
                    <a:pt x="6752785" y="8712200"/>
                  </a:lnTo>
                  <a:lnTo>
                    <a:pt x="6470990" y="8712200"/>
                  </a:lnTo>
                  <a:lnTo>
                    <a:pt x="6419284" y="8699500"/>
                  </a:lnTo>
                  <a:lnTo>
                    <a:pt x="5731297" y="8699500"/>
                  </a:lnTo>
                  <a:lnTo>
                    <a:pt x="5670680" y="8686800"/>
                  </a:lnTo>
                  <a:lnTo>
                    <a:pt x="7792065" y="8686800"/>
                  </a:lnTo>
                  <a:lnTo>
                    <a:pt x="7700249" y="8712200"/>
                  </a:lnTo>
                  <a:lnTo>
                    <a:pt x="7602264" y="8737600"/>
                  </a:lnTo>
                  <a:close/>
                </a:path>
                <a:path w="8702675" h="8750300">
                  <a:moveTo>
                    <a:pt x="4437215" y="8724900"/>
                  </a:moveTo>
                  <a:lnTo>
                    <a:pt x="2997101" y="8724900"/>
                  </a:lnTo>
                  <a:lnTo>
                    <a:pt x="2942711" y="8712200"/>
                  </a:lnTo>
                  <a:lnTo>
                    <a:pt x="4483182" y="8712200"/>
                  </a:lnTo>
                  <a:lnTo>
                    <a:pt x="4437215" y="8724900"/>
                  </a:lnTo>
                  <a:close/>
                </a:path>
                <a:path w="8702675" h="8750300">
                  <a:moveTo>
                    <a:pt x="4259473" y="8737600"/>
                  </a:moveTo>
                  <a:lnTo>
                    <a:pt x="3421621" y="8737600"/>
                  </a:lnTo>
                  <a:lnTo>
                    <a:pt x="3289362" y="8724900"/>
                  </a:lnTo>
                  <a:lnTo>
                    <a:pt x="4324687" y="8724900"/>
                  </a:lnTo>
                  <a:lnTo>
                    <a:pt x="4259473" y="8737600"/>
                  </a:lnTo>
                  <a:close/>
                </a:path>
                <a:path w="8702675" h="8750300">
                  <a:moveTo>
                    <a:pt x="2143592" y="8750300"/>
                  </a:moveTo>
                  <a:lnTo>
                    <a:pt x="1886169" y="8750300"/>
                  </a:lnTo>
                  <a:lnTo>
                    <a:pt x="1841601" y="8737600"/>
                  </a:lnTo>
                  <a:lnTo>
                    <a:pt x="2187017" y="8737600"/>
                  </a:lnTo>
                  <a:lnTo>
                    <a:pt x="2143592" y="8750300"/>
                  </a:lnTo>
                  <a:close/>
                </a:path>
                <a:path w="8702675" h="8750300">
                  <a:moveTo>
                    <a:pt x="3970665" y="8750300"/>
                  </a:moveTo>
                  <a:lnTo>
                    <a:pt x="3682499" y="8750300"/>
                  </a:lnTo>
                  <a:lnTo>
                    <a:pt x="3638166" y="8737600"/>
                  </a:lnTo>
                  <a:lnTo>
                    <a:pt x="4024054" y="8737600"/>
                  </a:lnTo>
                  <a:lnTo>
                    <a:pt x="3970665" y="8750300"/>
                  </a:lnTo>
                  <a:close/>
                </a:path>
                <a:path w="8702675" h="8750300">
                  <a:moveTo>
                    <a:pt x="7497890" y="8750300"/>
                  </a:moveTo>
                  <a:lnTo>
                    <a:pt x="7144226" y="8750300"/>
                  </a:lnTo>
                  <a:lnTo>
                    <a:pt x="7079080" y="8737600"/>
                  </a:lnTo>
                  <a:lnTo>
                    <a:pt x="7550889" y="8737600"/>
                  </a:lnTo>
                  <a:lnTo>
                    <a:pt x="7497890" y="8750300"/>
                  </a:lnTo>
                  <a:close/>
                </a:path>
              </a:pathLst>
            </a:custGeom>
            <a:solidFill>
              <a:srgbClr val="D5C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0863" y="2049810"/>
              <a:ext cx="104775" cy="10477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0863" y="2507010"/>
              <a:ext cx="104775" cy="104774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041114" y="1798033"/>
            <a:ext cx="5819140" cy="939800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2550" b="1" i="1" spc="130" dirty="0">
                <a:solidFill>
                  <a:srgbClr val="004AAC"/>
                </a:solidFill>
                <a:latin typeface="Arial"/>
                <a:cs typeface="Arial"/>
              </a:rPr>
              <a:t>Basic</a:t>
            </a:r>
            <a:r>
              <a:rPr sz="2550" b="1" i="1" spc="335" dirty="0">
                <a:solidFill>
                  <a:srgbClr val="004AAC"/>
                </a:solidFill>
                <a:latin typeface="Arial"/>
                <a:cs typeface="Arial"/>
              </a:rPr>
              <a:t> </a:t>
            </a:r>
            <a:r>
              <a:rPr sz="2550" b="1" i="1" spc="170" dirty="0">
                <a:solidFill>
                  <a:srgbClr val="004AAC"/>
                </a:solidFill>
                <a:latin typeface="Arial"/>
                <a:cs typeface="Arial"/>
              </a:rPr>
              <a:t>Principle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  <a:tabLst>
                <a:tab pos="2616835" algn="l"/>
                <a:tab pos="3763645" algn="l"/>
              </a:tabLst>
            </a:pPr>
            <a:r>
              <a:rPr sz="2550" b="1" i="1" u="heavy" spc="325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AI-</a:t>
            </a:r>
            <a:r>
              <a:rPr sz="2550" b="1" i="1" u="heavy" spc="165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Enhanced</a:t>
            </a:r>
            <a:r>
              <a:rPr sz="2550" b="1" i="1" u="heavy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	Ed</a:t>
            </a:r>
            <a:r>
              <a:rPr sz="2550" b="1" i="1" dirty="0">
                <a:solidFill>
                  <a:srgbClr val="1700AC"/>
                </a:solidFill>
                <a:latin typeface="Arial"/>
                <a:cs typeface="Arial"/>
              </a:rPr>
              <a:t>g</a:t>
            </a:r>
            <a:r>
              <a:rPr sz="2550" b="1" i="1" u="heavy" spc="-365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 </a:t>
            </a:r>
            <a:r>
              <a:rPr sz="2550" b="1" i="1" u="heavy" spc="75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e</a:t>
            </a:r>
            <a:r>
              <a:rPr sz="2550" b="1" i="1" u="heavy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	</a:t>
            </a:r>
            <a:r>
              <a:rPr sz="2550" b="1" i="1" u="heavy" spc="195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Computin</a:t>
            </a:r>
            <a:r>
              <a:rPr sz="2550" b="1" i="1" spc="195" dirty="0">
                <a:solidFill>
                  <a:srgbClr val="1700AC"/>
                </a:solidFill>
                <a:latin typeface="Arial"/>
                <a:cs typeface="Arial"/>
              </a:rPr>
              <a:t>g</a:t>
            </a:r>
            <a:r>
              <a:rPr sz="2550" u="heavy" spc="-695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sz="2550" u="heavy" spc="-355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Lucida Sans Unicode"/>
                <a:cs typeface="Lucida Sans Unicode"/>
              </a:rPr>
              <a:t>:</a:t>
            </a:r>
            <a:endParaRPr sz="255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43372" y="2318098"/>
            <a:ext cx="1762125" cy="4197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550" spc="160" dirty="0">
                <a:latin typeface="Lucida Sans Unicode"/>
                <a:cs typeface="Lucida Sans Unicode"/>
              </a:rPr>
              <a:t>Processes</a:t>
            </a:r>
            <a:endParaRPr sz="255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41114" y="2775298"/>
            <a:ext cx="7863840" cy="4197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136650" algn="l"/>
                <a:tab pos="2046605" algn="l"/>
                <a:tab pos="3302000" algn="l"/>
                <a:tab pos="3863975" algn="l"/>
                <a:tab pos="4409440" algn="l"/>
                <a:tab pos="6592570" algn="l"/>
              </a:tabLst>
            </a:pPr>
            <a:r>
              <a:rPr sz="2550" spc="70" dirty="0">
                <a:latin typeface="Lucida Sans Unicode"/>
                <a:cs typeface="Lucida Sans Unicode"/>
              </a:rPr>
              <a:t>visual</a:t>
            </a:r>
            <a:r>
              <a:rPr sz="2550" dirty="0">
                <a:latin typeface="Lucida Sans Unicode"/>
                <a:cs typeface="Lucida Sans Unicode"/>
              </a:rPr>
              <a:t>	</a:t>
            </a:r>
            <a:r>
              <a:rPr sz="2550" spc="110" dirty="0">
                <a:latin typeface="Lucida Sans Unicode"/>
                <a:cs typeface="Lucida Sans Unicode"/>
              </a:rPr>
              <a:t>data</a:t>
            </a:r>
            <a:r>
              <a:rPr sz="2550" dirty="0">
                <a:latin typeface="Lucida Sans Unicode"/>
                <a:cs typeface="Lucida Sans Unicode"/>
              </a:rPr>
              <a:t>	</a:t>
            </a:r>
            <a:r>
              <a:rPr sz="2550" spc="100" dirty="0">
                <a:latin typeface="Lucida Sans Unicode"/>
                <a:cs typeface="Lucida Sans Unicode"/>
              </a:rPr>
              <a:t>locally</a:t>
            </a:r>
            <a:r>
              <a:rPr sz="2550" dirty="0">
                <a:latin typeface="Lucida Sans Unicode"/>
                <a:cs typeface="Lucida Sans Unicode"/>
              </a:rPr>
              <a:t>	</a:t>
            </a:r>
            <a:r>
              <a:rPr sz="2550" spc="-25" dirty="0">
                <a:latin typeface="Lucida Sans Unicode"/>
                <a:cs typeface="Lucida Sans Unicode"/>
              </a:rPr>
              <a:t>on</a:t>
            </a:r>
            <a:r>
              <a:rPr sz="2550" dirty="0">
                <a:latin typeface="Lucida Sans Unicode"/>
                <a:cs typeface="Lucida Sans Unicode"/>
              </a:rPr>
              <a:t>	</a:t>
            </a:r>
            <a:r>
              <a:rPr sz="2550" spc="-25" dirty="0">
                <a:latin typeface="Lucida Sans Unicode"/>
                <a:cs typeface="Lucida Sans Unicode"/>
              </a:rPr>
              <a:t>an</a:t>
            </a:r>
            <a:r>
              <a:rPr sz="2550" dirty="0">
                <a:latin typeface="Lucida Sans Unicode"/>
                <a:cs typeface="Lucida Sans Unicode"/>
              </a:rPr>
              <a:t>	</a:t>
            </a:r>
            <a:r>
              <a:rPr sz="2550" spc="155" dirty="0">
                <a:latin typeface="Lucida Sans Unicode"/>
                <a:cs typeface="Lucida Sans Unicode"/>
              </a:rPr>
              <a:t>ESP32-</a:t>
            </a:r>
            <a:r>
              <a:rPr sz="2550" spc="80" dirty="0">
                <a:latin typeface="Lucida Sans Unicode"/>
                <a:cs typeface="Lucida Sans Unicode"/>
              </a:rPr>
              <a:t>CAM</a:t>
            </a:r>
            <a:r>
              <a:rPr sz="2550" dirty="0">
                <a:latin typeface="Lucida Sans Unicode"/>
                <a:cs typeface="Lucida Sans Unicode"/>
              </a:rPr>
              <a:t>	</a:t>
            </a:r>
            <a:r>
              <a:rPr sz="2550" spc="85" dirty="0">
                <a:latin typeface="Lucida Sans Unicode"/>
                <a:cs typeface="Lucida Sans Unicode"/>
              </a:rPr>
              <a:t>module</a:t>
            </a:r>
            <a:endParaRPr sz="255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41114" y="3169633"/>
            <a:ext cx="7863840" cy="9398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7600"/>
              </a:lnSpc>
              <a:spcBef>
                <a:spcPts val="90"/>
              </a:spcBef>
              <a:tabLst>
                <a:tab pos="1230630" algn="l"/>
                <a:tab pos="2966720" algn="l"/>
                <a:tab pos="3632835" algn="l"/>
                <a:tab pos="5257165" algn="l"/>
                <a:tab pos="6561455" algn="l"/>
              </a:tabLst>
            </a:pPr>
            <a:r>
              <a:rPr sz="2550" spc="-10" dirty="0">
                <a:latin typeface="Lucida Sans Unicode"/>
                <a:cs typeface="Lucida Sans Unicode"/>
              </a:rPr>
              <a:t>using</a:t>
            </a:r>
            <a:r>
              <a:rPr sz="2550" dirty="0">
                <a:latin typeface="Lucida Sans Unicode"/>
                <a:cs typeface="Lucida Sans Unicode"/>
              </a:rPr>
              <a:t>	</a:t>
            </a:r>
            <a:r>
              <a:rPr sz="2550" spc="160" dirty="0">
                <a:latin typeface="Lucida Sans Unicode"/>
                <a:cs typeface="Lucida Sans Unicode"/>
              </a:rPr>
              <a:t>OpenCV</a:t>
            </a:r>
            <a:r>
              <a:rPr sz="2550" dirty="0">
                <a:latin typeface="Lucida Sans Unicode"/>
                <a:cs typeface="Lucida Sans Unicode"/>
              </a:rPr>
              <a:t>	</a:t>
            </a:r>
            <a:r>
              <a:rPr sz="2550" spc="50" dirty="0">
                <a:latin typeface="Lucida Sans Unicode"/>
                <a:cs typeface="Lucida Sans Unicode"/>
              </a:rPr>
              <a:t>to</a:t>
            </a:r>
            <a:r>
              <a:rPr sz="2550" dirty="0">
                <a:latin typeface="Lucida Sans Unicode"/>
                <a:cs typeface="Lucida Sans Unicode"/>
              </a:rPr>
              <a:t>	</a:t>
            </a:r>
            <a:r>
              <a:rPr sz="2550" spc="125" dirty="0">
                <a:latin typeface="Lucida Sans Unicode"/>
                <a:cs typeface="Lucida Sans Unicode"/>
              </a:rPr>
              <a:t>classify</a:t>
            </a:r>
            <a:r>
              <a:rPr sz="2550" dirty="0">
                <a:latin typeface="Lucida Sans Unicode"/>
                <a:cs typeface="Lucida Sans Unicode"/>
              </a:rPr>
              <a:t>	</a:t>
            </a:r>
            <a:r>
              <a:rPr sz="2550" spc="100" dirty="0">
                <a:latin typeface="Lucida Sans Unicode"/>
                <a:cs typeface="Lucida Sans Unicode"/>
              </a:rPr>
              <a:t>waste</a:t>
            </a:r>
            <a:r>
              <a:rPr sz="2550" dirty="0">
                <a:latin typeface="Lucida Sans Unicode"/>
                <a:cs typeface="Lucida Sans Unicode"/>
              </a:rPr>
              <a:t>	</a:t>
            </a:r>
            <a:r>
              <a:rPr sz="2550" spc="100" dirty="0">
                <a:latin typeface="Lucida Sans Unicode"/>
                <a:cs typeface="Lucida Sans Unicode"/>
              </a:rPr>
              <a:t>without </a:t>
            </a:r>
            <a:r>
              <a:rPr sz="2550" spc="114" dirty="0">
                <a:latin typeface="Lucida Sans Unicode"/>
                <a:cs typeface="Lucida Sans Unicode"/>
              </a:rPr>
              <a:t>cloud</a:t>
            </a:r>
            <a:r>
              <a:rPr sz="2550" spc="250" dirty="0">
                <a:latin typeface="Lucida Sans Unicode"/>
                <a:cs typeface="Lucida Sans Unicode"/>
              </a:rPr>
              <a:t> </a:t>
            </a:r>
            <a:r>
              <a:rPr sz="2550" spc="80" dirty="0">
                <a:latin typeface="Lucida Sans Unicode"/>
                <a:cs typeface="Lucida Sans Unicode"/>
              </a:rPr>
              <a:t>latency.</a:t>
            </a:r>
            <a:endParaRPr sz="2550">
              <a:latin typeface="Lucida Sans Unicode"/>
              <a:cs typeface="Lucida Sans Unicode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80863" y="4793010"/>
            <a:ext cx="104775" cy="2390775"/>
            <a:chOff x="780863" y="4793010"/>
            <a:chExt cx="104775" cy="2390775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0863" y="4793010"/>
              <a:ext cx="104775" cy="10477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0863" y="7079010"/>
              <a:ext cx="104775" cy="104774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041114" y="4604098"/>
            <a:ext cx="7863840" cy="4197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684780" algn="l"/>
                <a:tab pos="4297680" algn="l"/>
                <a:tab pos="6361430" algn="l"/>
              </a:tabLst>
            </a:pPr>
            <a:r>
              <a:rPr sz="2550" b="1" i="1" u="heavy" spc="315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Multi-</a:t>
            </a:r>
            <a:r>
              <a:rPr sz="2550" b="1" i="1" u="heavy" spc="125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Sensor</a:t>
            </a:r>
            <a:r>
              <a:rPr sz="2550" b="1" i="1" u="heavy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	</a:t>
            </a:r>
            <a:r>
              <a:rPr sz="2550" b="1" i="1" u="heavy" spc="80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Fusion:</a:t>
            </a:r>
            <a:r>
              <a:rPr sz="2550" b="1" i="1" dirty="0">
                <a:solidFill>
                  <a:srgbClr val="1700AC"/>
                </a:solidFill>
                <a:latin typeface="Arial"/>
                <a:cs typeface="Arial"/>
              </a:rPr>
              <a:t>	</a:t>
            </a:r>
            <a:r>
              <a:rPr sz="2550" spc="120" dirty="0">
                <a:latin typeface="Lucida Sans Unicode"/>
                <a:cs typeface="Lucida Sans Unicode"/>
              </a:rPr>
              <a:t>Combines</a:t>
            </a:r>
            <a:r>
              <a:rPr sz="2550" dirty="0">
                <a:latin typeface="Lucida Sans Unicode"/>
                <a:cs typeface="Lucida Sans Unicode"/>
              </a:rPr>
              <a:t>	</a:t>
            </a:r>
            <a:r>
              <a:rPr sz="2550" spc="125" dirty="0">
                <a:latin typeface="Lucida Sans Unicode"/>
                <a:cs typeface="Lucida Sans Unicode"/>
              </a:rPr>
              <a:t>time-</a:t>
            </a:r>
            <a:r>
              <a:rPr sz="2550" spc="-25" dirty="0">
                <a:latin typeface="Lucida Sans Unicode"/>
                <a:cs typeface="Lucida Sans Unicode"/>
              </a:rPr>
              <a:t>of-</a:t>
            </a:r>
            <a:endParaRPr sz="255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41114" y="4998432"/>
            <a:ext cx="7863840" cy="13970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17600"/>
              </a:lnSpc>
              <a:spcBef>
                <a:spcPts val="90"/>
              </a:spcBef>
            </a:pPr>
            <a:r>
              <a:rPr sz="2550" dirty="0">
                <a:latin typeface="Lucida Sans Unicode"/>
                <a:cs typeface="Lucida Sans Unicode"/>
              </a:rPr>
              <a:t>flight</a:t>
            </a:r>
            <a:r>
              <a:rPr sz="2550" spc="320" dirty="0">
                <a:latin typeface="Lucida Sans Unicode"/>
                <a:cs typeface="Lucida Sans Unicode"/>
              </a:rPr>
              <a:t>  </a:t>
            </a:r>
            <a:r>
              <a:rPr sz="2550" spc="114" dirty="0">
                <a:latin typeface="Lucida Sans Unicode"/>
                <a:cs typeface="Lucida Sans Unicode"/>
              </a:rPr>
              <a:t>ultrasonic</a:t>
            </a:r>
            <a:r>
              <a:rPr sz="2550" spc="320" dirty="0">
                <a:latin typeface="Lucida Sans Unicode"/>
                <a:cs typeface="Lucida Sans Unicode"/>
              </a:rPr>
              <a:t>  </a:t>
            </a:r>
            <a:r>
              <a:rPr sz="2550" spc="70" dirty="0">
                <a:latin typeface="Lucida Sans Unicode"/>
                <a:cs typeface="Lucida Sans Unicode"/>
              </a:rPr>
              <a:t>data,</a:t>
            </a:r>
            <a:r>
              <a:rPr sz="2550" spc="320" dirty="0">
                <a:latin typeface="Lucida Sans Unicode"/>
                <a:cs typeface="Lucida Sans Unicode"/>
              </a:rPr>
              <a:t>  </a:t>
            </a:r>
            <a:r>
              <a:rPr sz="2550" spc="150" dirty="0">
                <a:latin typeface="Lucida Sans Unicode"/>
                <a:cs typeface="Lucida Sans Unicode"/>
              </a:rPr>
              <a:t>electrochemical</a:t>
            </a:r>
            <a:r>
              <a:rPr sz="2550" spc="315" dirty="0">
                <a:latin typeface="Lucida Sans Unicode"/>
                <a:cs typeface="Lucida Sans Unicode"/>
              </a:rPr>
              <a:t>  </a:t>
            </a:r>
            <a:r>
              <a:rPr sz="2550" spc="25" dirty="0">
                <a:latin typeface="Lucida Sans Unicode"/>
                <a:cs typeface="Lucida Sans Unicode"/>
              </a:rPr>
              <a:t>gas </a:t>
            </a:r>
            <a:r>
              <a:rPr sz="2550" spc="45" dirty="0">
                <a:latin typeface="Lucida Sans Unicode"/>
                <a:cs typeface="Lucida Sans Unicode"/>
              </a:rPr>
              <a:t>sensing,</a:t>
            </a:r>
            <a:r>
              <a:rPr sz="2550" spc="475" dirty="0">
                <a:latin typeface="Lucida Sans Unicode"/>
                <a:cs typeface="Lucida Sans Unicode"/>
              </a:rPr>
              <a:t>  </a:t>
            </a:r>
            <a:r>
              <a:rPr sz="2550" spc="80" dirty="0">
                <a:latin typeface="Lucida Sans Unicode"/>
                <a:cs typeface="Lucida Sans Unicode"/>
              </a:rPr>
              <a:t>and</a:t>
            </a:r>
            <a:r>
              <a:rPr sz="2550" spc="484" dirty="0">
                <a:latin typeface="Lucida Sans Unicode"/>
                <a:cs typeface="Lucida Sans Unicode"/>
              </a:rPr>
              <a:t>  </a:t>
            </a:r>
            <a:r>
              <a:rPr sz="2550" spc="130" dirty="0">
                <a:latin typeface="Lucida Sans Unicode"/>
                <a:cs typeface="Lucida Sans Unicode"/>
              </a:rPr>
              <a:t>thermohydrometric</a:t>
            </a:r>
            <a:r>
              <a:rPr sz="2550" spc="484" dirty="0">
                <a:latin typeface="Lucida Sans Unicode"/>
                <a:cs typeface="Lucida Sans Unicode"/>
              </a:rPr>
              <a:t>  </a:t>
            </a:r>
            <a:r>
              <a:rPr sz="2550" spc="130" dirty="0">
                <a:latin typeface="Lucida Sans Unicode"/>
                <a:cs typeface="Lucida Sans Unicode"/>
              </a:rPr>
              <a:t>data</a:t>
            </a:r>
            <a:r>
              <a:rPr sz="2550" spc="484" dirty="0">
                <a:latin typeface="Lucida Sans Unicode"/>
                <a:cs typeface="Lucida Sans Unicode"/>
              </a:rPr>
              <a:t>  </a:t>
            </a:r>
            <a:r>
              <a:rPr sz="2550" spc="-25" dirty="0">
                <a:latin typeface="Lucida Sans Unicode"/>
                <a:cs typeface="Lucida Sans Unicode"/>
              </a:rPr>
              <a:t>for </a:t>
            </a:r>
            <a:r>
              <a:rPr sz="2550" spc="105" dirty="0">
                <a:latin typeface="Lucida Sans Unicode"/>
                <a:cs typeface="Lucida Sans Unicode"/>
              </a:rPr>
              <a:t>holistic</a:t>
            </a:r>
            <a:r>
              <a:rPr sz="2550" spc="310" dirty="0">
                <a:latin typeface="Lucida Sans Unicode"/>
                <a:cs typeface="Lucida Sans Unicode"/>
              </a:rPr>
              <a:t> </a:t>
            </a:r>
            <a:r>
              <a:rPr sz="2550" dirty="0">
                <a:latin typeface="Lucida Sans Unicode"/>
                <a:cs typeface="Lucida Sans Unicode"/>
              </a:rPr>
              <a:t>bin</a:t>
            </a:r>
            <a:r>
              <a:rPr sz="2550" spc="310" dirty="0">
                <a:latin typeface="Lucida Sans Unicode"/>
                <a:cs typeface="Lucida Sans Unicode"/>
              </a:rPr>
              <a:t> </a:t>
            </a:r>
            <a:r>
              <a:rPr sz="2550" spc="75" dirty="0">
                <a:latin typeface="Lucida Sans Unicode"/>
                <a:cs typeface="Lucida Sans Unicode"/>
              </a:rPr>
              <a:t>status.</a:t>
            </a:r>
            <a:endParaRPr sz="255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41114" y="6890098"/>
            <a:ext cx="7863840" cy="4197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958339" algn="l"/>
                <a:tab pos="4724400" algn="l"/>
                <a:tab pos="6729730" algn="l"/>
              </a:tabLst>
            </a:pPr>
            <a:r>
              <a:rPr sz="2550" b="1" i="1" u="heavy" spc="150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Robotic</a:t>
            </a:r>
            <a:r>
              <a:rPr sz="2550" b="1" i="1" u="heavy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	</a:t>
            </a:r>
            <a:r>
              <a:rPr sz="2550" b="1" i="1" u="heavy" spc="175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Automation:</a:t>
            </a:r>
            <a:r>
              <a:rPr sz="2550" b="1" i="1" dirty="0">
                <a:solidFill>
                  <a:srgbClr val="1700AC"/>
                </a:solidFill>
                <a:latin typeface="Arial"/>
                <a:cs typeface="Arial"/>
              </a:rPr>
              <a:t>	</a:t>
            </a:r>
            <a:r>
              <a:rPr sz="2550" spc="100" dirty="0">
                <a:latin typeface="Lucida Sans Unicode"/>
                <a:cs typeface="Lucida Sans Unicode"/>
              </a:rPr>
              <a:t>Employs</a:t>
            </a:r>
            <a:r>
              <a:rPr sz="2550" dirty="0">
                <a:latin typeface="Lucida Sans Unicode"/>
                <a:cs typeface="Lucida Sans Unicode"/>
              </a:rPr>
              <a:t>	</a:t>
            </a:r>
            <a:r>
              <a:rPr sz="2550" spc="70" dirty="0">
                <a:latin typeface="Lucida Sans Unicode"/>
                <a:cs typeface="Lucida Sans Unicode"/>
              </a:rPr>
              <a:t>4-DOF</a:t>
            </a:r>
            <a:endParaRPr sz="255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078408" y="7284432"/>
            <a:ext cx="4857750" cy="9398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7625" marR="5080" indent="-35560">
              <a:lnSpc>
                <a:spcPct val="117600"/>
              </a:lnSpc>
              <a:spcBef>
                <a:spcPts val="90"/>
              </a:spcBef>
              <a:tabLst>
                <a:tab pos="845819" algn="l"/>
                <a:tab pos="1619885" algn="l"/>
                <a:tab pos="2993390" algn="l"/>
                <a:tab pos="3655695" algn="l"/>
              </a:tabLst>
            </a:pPr>
            <a:r>
              <a:rPr sz="2550" spc="-25" dirty="0">
                <a:latin typeface="Lucida Sans Unicode"/>
                <a:cs typeface="Lucida Sans Unicode"/>
              </a:rPr>
              <a:t>of</a:t>
            </a:r>
            <a:r>
              <a:rPr sz="2550" dirty="0">
                <a:latin typeface="Lucida Sans Unicode"/>
                <a:cs typeface="Lucida Sans Unicode"/>
              </a:rPr>
              <a:t>	</a:t>
            </a:r>
            <a:r>
              <a:rPr sz="2550" spc="145" dirty="0">
                <a:latin typeface="Lucida Sans Unicode"/>
                <a:cs typeface="Lucida Sans Unicode"/>
              </a:rPr>
              <a:t>Freedom)</a:t>
            </a:r>
            <a:r>
              <a:rPr sz="2550" dirty="0">
                <a:latin typeface="Lucida Sans Unicode"/>
                <a:cs typeface="Lucida Sans Unicode"/>
              </a:rPr>
              <a:t>	</a:t>
            </a:r>
            <a:r>
              <a:rPr sz="2550" spc="105" dirty="0">
                <a:latin typeface="Lucida Sans Unicode"/>
                <a:cs typeface="Lucida Sans Unicode"/>
              </a:rPr>
              <a:t>kinematics </a:t>
            </a:r>
            <a:r>
              <a:rPr sz="2550" spc="110" dirty="0">
                <a:latin typeface="Lucida Sans Unicode"/>
                <a:cs typeface="Lucida Sans Unicode"/>
              </a:rPr>
              <a:t>waste</a:t>
            </a:r>
            <a:r>
              <a:rPr sz="2550" dirty="0">
                <a:latin typeface="Lucida Sans Unicode"/>
                <a:cs typeface="Lucida Sans Unicode"/>
              </a:rPr>
              <a:t>	</a:t>
            </a:r>
            <a:r>
              <a:rPr sz="2550" spc="45" dirty="0">
                <a:latin typeface="Lucida Sans Unicode"/>
                <a:cs typeface="Lucida Sans Unicode"/>
              </a:rPr>
              <a:t>handling</a:t>
            </a:r>
            <a:r>
              <a:rPr sz="2550" dirty="0">
                <a:latin typeface="Lucida Sans Unicode"/>
                <a:cs typeface="Lucida Sans Unicode"/>
              </a:rPr>
              <a:t>	</a:t>
            </a:r>
            <a:r>
              <a:rPr sz="2550" spc="55" dirty="0">
                <a:latin typeface="Lucida Sans Unicode"/>
                <a:cs typeface="Lucida Sans Unicode"/>
              </a:rPr>
              <a:t>and</a:t>
            </a:r>
            <a:endParaRPr sz="255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933921" y="7284432"/>
            <a:ext cx="970915" cy="9398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482600">
              <a:lnSpc>
                <a:spcPct val="117600"/>
              </a:lnSpc>
              <a:spcBef>
                <a:spcPts val="90"/>
              </a:spcBef>
            </a:pPr>
            <a:r>
              <a:rPr sz="2550" spc="-25" dirty="0">
                <a:latin typeface="Lucida Sans Unicode"/>
                <a:cs typeface="Lucida Sans Unicode"/>
              </a:rPr>
              <a:t>for </a:t>
            </a:r>
            <a:r>
              <a:rPr sz="2550" spc="90" dirty="0">
                <a:latin typeface="Lucida Sans Unicode"/>
                <a:cs typeface="Lucida Sans Unicode"/>
              </a:rPr>
              <a:t>metal</a:t>
            </a:r>
            <a:endParaRPr sz="2550">
              <a:latin typeface="Lucida Sans Unicode"/>
              <a:cs typeface="Lucida Sans Unicode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41114" y="7284432"/>
            <a:ext cx="2029460" cy="13970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477520">
              <a:lnSpc>
                <a:spcPct val="117600"/>
              </a:lnSpc>
              <a:spcBef>
                <a:spcPts val="90"/>
              </a:spcBef>
            </a:pPr>
            <a:r>
              <a:rPr sz="2550" spc="120" dirty="0">
                <a:latin typeface="Lucida Sans Unicode"/>
                <a:cs typeface="Lucida Sans Unicode"/>
              </a:rPr>
              <a:t>(Degrees </a:t>
            </a:r>
            <a:r>
              <a:rPr sz="2550" spc="130" dirty="0">
                <a:latin typeface="Lucida Sans Unicode"/>
                <a:cs typeface="Lucida Sans Unicode"/>
              </a:rPr>
              <a:t>adaptive</a:t>
            </a:r>
            <a:endParaRPr sz="25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2550" spc="85" dirty="0">
                <a:latin typeface="Lucida Sans Unicode"/>
                <a:cs typeface="Lucida Sans Unicode"/>
              </a:rPr>
              <a:t>segregation</a:t>
            </a:r>
            <a:endParaRPr sz="2550">
              <a:latin typeface="Lucida Sans Unicode"/>
              <a:cs typeface="Lucida Sans Unicode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4333929" y="127031"/>
            <a:ext cx="10504805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400" b="1" spc="-114" dirty="0">
                <a:solidFill>
                  <a:srgbClr val="FFF9F2"/>
                </a:solidFill>
                <a:latin typeface="Trebuchet MS"/>
                <a:cs typeface="Trebuchet MS"/>
              </a:rPr>
              <a:t>THEORETICAL</a:t>
            </a:r>
            <a:r>
              <a:rPr sz="6400" b="1" spc="-220" dirty="0">
                <a:solidFill>
                  <a:srgbClr val="FFF9F2"/>
                </a:solidFill>
                <a:latin typeface="Trebuchet MS"/>
                <a:cs typeface="Trebuchet MS"/>
              </a:rPr>
              <a:t> </a:t>
            </a:r>
            <a:r>
              <a:rPr sz="6400" b="1" spc="-30" dirty="0">
                <a:solidFill>
                  <a:srgbClr val="FFF9F2"/>
                </a:solidFill>
                <a:latin typeface="Trebuchet MS"/>
                <a:cs typeface="Trebuchet MS"/>
              </a:rPr>
              <a:t>BACKGROUND</a:t>
            </a:r>
            <a:endParaRPr sz="6400">
              <a:latin typeface="Trebuchet MS"/>
              <a:cs typeface="Trebuchet MS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9586147" y="1646473"/>
            <a:ext cx="8266430" cy="8636000"/>
            <a:chOff x="9586147" y="1646473"/>
            <a:chExt cx="8266430" cy="8636000"/>
          </a:xfrm>
        </p:grpSpPr>
        <p:sp>
          <p:nvSpPr>
            <p:cNvPr id="24" name="object 24"/>
            <p:cNvSpPr/>
            <p:nvPr/>
          </p:nvSpPr>
          <p:spPr>
            <a:xfrm>
              <a:off x="9586147" y="1646473"/>
              <a:ext cx="8266430" cy="8636000"/>
            </a:xfrm>
            <a:custGeom>
              <a:avLst/>
              <a:gdLst/>
              <a:ahLst/>
              <a:cxnLst/>
              <a:rect l="l" t="t" r="r" b="b"/>
              <a:pathLst>
                <a:path w="8266430" h="8636000">
                  <a:moveTo>
                    <a:pt x="2142021" y="12700"/>
                  </a:moveTo>
                  <a:lnTo>
                    <a:pt x="1084376" y="12700"/>
                  </a:lnTo>
                  <a:lnTo>
                    <a:pt x="1134969" y="0"/>
                  </a:lnTo>
                  <a:lnTo>
                    <a:pt x="2095436" y="0"/>
                  </a:lnTo>
                  <a:lnTo>
                    <a:pt x="2142021" y="12700"/>
                  </a:lnTo>
                  <a:close/>
                </a:path>
                <a:path w="8266430" h="8636000">
                  <a:moveTo>
                    <a:pt x="2634577" y="25400"/>
                  </a:moveTo>
                  <a:lnTo>
                    <a:pt x="984410" y="25400"/>
                  </a:lnTo>
                  <a:lnTo>
                    <a:pt x="1034171" y="12700"/>
                  </a:lnTo>
                  <a:lnTo>
                    <a:pt x="2580734" y="12700"/>
                  </a:lnTo>
                  <a:lnTo>
                    <a:pt x="2634577" y="25400"/>
                  </a:lnTo>
                  <a:close/>
                </a:path>
                <a:path w="8266430" h="8636000">
                  <a:moveTo>
                    <a:pt x="4476397" y="25400"/>
                  </a:moveTo>
                  <a:lnTo>
                    <a:pt x="3003021" y="25400"/>
                  </a:lnTo>
                  <a:lnTo>
                    <a:pt x="3054554" y="12700"/>
                  </a:lnTo>
                  <a:lnTo>
                    <a:pt x="4428514" y="12700"/>
                  </a:lnTo>
                  <a:lnTo>
                    <a:pt x="4476397" y="25400"/>
                  </a:lnTo>
                  <a:close/>
                </a:path>
                <a:path w="8266430" h="8636000">
                  <a:moveTo>
                    <a:pt x="7503951" y="8636000"/>
                  </a:moveTo>
                  <a:lnTo>
                    <a:pt x="1362118" y="8636000"/>
                  </a:lnTo>
                  <a:lnTo>
                    <a:pt x="1354390" y="8623300"/>
                  </a:lnTo>
                  <a:lnTo>
                    <a:pt x="1311475" y="8610600"/>
                  </a:lnTo>
                  <a:lnTo>
                    <a:pt x="1185411" y="8534400"/>
                  </a:lnTo>
                  <a:lnTo>
                    <a:pt x="1144306" y="8509000"/>
                  </a:lnTo>
                  <a:lnTo>
                    <a:pt x="1103668" y="8470900"/>
                  </a:lnTo>
                  <a:lnTo>
                    <a:pt x="1023824" y="8420100"/>
                  </a:lnTo>
                  <a:lnTo>
                    <a:pt x="984629" y="8382000"/>
                  </a:lnTo>
                  <a:lnTo>
                    <a:pt x="945928" y="8343900"/>
                  </a:lnTo>
                  <a:lnTo>
                    <a:pt x="907727" y="8305800"/>
                  </a:lnTo>
                  <a:lnTo>
                    <a:pt x="870032" y="8267700"/>
                  </a:lnTo>
                  <a:lnTo>
                    <a:pt x="832850" y="8229600"/>
                  </a:lnTo>
                  <a:lnTo>
                    <a:pt x="796186" y="8191500"/>
                  </a:lnTo>
                  <a:lnTo>
                    <a:pt x="760048" y="8153400"/>
                  </a:lnTo>
                  <a:lnTo>
                    <a:pt x="724441" y="8115300"/>
                  </a:lnTo>
                  <a:lnTo>
                    <a:pt x="689371" y="8077200"/>
                  </a:lnTo>
                  <a:lnTo>
                    <a:pt x="654846" y="8039100"/>
                  </a:lnTo>
                  <a:lnTo>
                    <a:pt x="620871" y="8001000"/>
                  </a:lnTo>
                  <a:lnTo>
                    <a:pt x="587453" y="7962900"/>
                  </a:lnTo>
                  <a:lnTo>
                    <a:pt x="554598" y="7924800"/>
                  </a:lnTo>
                  <a:lnTo>
                    <a:pt x="522313" y="7886700"/>
                  </a:lnTo>
                  <a:lnTo>
                    <a:pt x="490603" y="7848600"/>
                  </a:lnTo>
                  <a:lnTo>
                    <a:pt x="459475" y="7810500"/>
                  </a:lnTo>
                  <a:lnTo>
                    <a:pt x="428935" y="7772400"/>
                  </a:lnTo>
                  <a:lnTo>
                    <a:pt x="398990" y="7734300"/>
                  </a:lnTo>
                  <a:lnTo>
                    <a:pt x="369646" y="7696200"/>
                  </a:lnTo>
                  <a:lnTo>
                    <a:pt x="340909" y="7658100"/>
                  </a:lnTo>
                  <a:lnTo>
                    <a:pt x="312786" y="7620000"/>
                  </a:lnTo>
                  <a:lnTo>
                    <a:pt x="292081" y="7594600"/>
                  </a:lnTo>
                  <a:lnTo>
                    <a:pt x="253483" y="7543800"/>
                  </a:lnTo>
                  <a:lnTo>
                    <a:pt x="218497" y="7493000"/>
                  </a:lnTo>
                  <a:lnTo>
                    <a:pt x="186961" y="7442200"/>
                  </a:lnTo>
                  <a:lnTo>
                    <a:pt x="172436" y="7404100"/>
                  </a:lnTo>
                  <a:lnTo>
                    <a:pt x="158712" y="7378700"/>
                  </a:lnTo>
                  <a:lnTo>
                    <a:pt x="145769" y="7353300"/>
                  </a:lnTo>
                  <a:lnTo>
                    <a:pt x="133587" y="7327900"/>
                  </a:lnTo>
                  <a:lnTo>
                    <a:pt x="122146" y="7289800"/>
                  </a:lnTo>
                  <a:lnTo>
                    <a:pt x="111424" y="7264400"/>
                  </a:lnTo>
                  <a:lnTo>
                    <a:pt x="101402" y="7239000"/>
                  </a:lnTo>
                  <a:lnTo>
                    <a:pt x="92059" y="7200900"/>
                  </a:lnTo>
                  <a:lnTo>
                    <a:pt x="83375" y="7175500"/>
                  </a:lnTo>
                  <a:lnTo>
                    <a:pt x="75330" y="7137400"/>
                  </a:lnTo>
                  <a:lnTo>
                    <a:pt x="67904" y="7112000"/>
                  </a:lnTo>
                  <a:lnTo>
                    <a:pt x="61075" y="7073900"/>
                  </a:lnTo>
                  <a:lnTo>
                    <a:pt x="54824" y="7035800"/>
                  </a:lnTo>
                  <a:lnTo>
                    <a:pt x="49130" y="6997700"/>
                  </a:lnTo>
                  <a:lnTo>
                    <a:pt x="43973" y="6959600"/>
                  </a:lnTo>
                  <a:lnTo>
                    <a:pt x="39333" y="6934200"/>
                  </a:lnTo>
                  <a:lnTo>
                    <a:pt x="35189" y="6896100"/>
                  </a:lnTo>
                  <a:lnTo>
                    <a:pt x="31521" y="6845300"/>
                  </a:lnTo>
                  <a:lnTo>
                    <a:pt x="28308" y="6807200"/>
                  </a:lnTo>
                  <a:lnTo>
                    <a:pt x="25531" y="6769100"/>
                  </a:lnTo>
                  <a:lnTo>
                    <a:pt x="23168" y="6731000"/>
                  </a:lnTo>
                  <a:lnTo>
                    <a:pt x="21200" y="6680200"/>
                  </a:lnTo>
                  <a:lnTo>
                    <a:pt x="19607" y="6642100"/>
                  </a:lnTo>
                  <a:lnTo>
                    <a:pt x="18367" y="6591300"/>
                  </a:lnTo>
                  <a:lnTo>
                    <a:pt x="17461" y="6553200"/>
                  </a:lnTo>
                  <a:lnTo>
                    <a:pt x="16868" y="6502400"/>
                  </a:lnTo>
                  <a:lnTo>
                    <a:pt x="16567" y="6451600"/>
                  </a:lnTo>
                  <a:lnTo>
                    <a:pt x="16540" y="6400800"/>
                  </a:lnTo>
                  <a:lnTo>
                    <a:pt x="16764" y="6350000"/>
                  </a:lnTo>
                  <a:lnTo>
                    <a:pt x="17220" y="6286500"/>
                  </a:lnTo>
                  <a:lnTo>
                    <a:pt x="17888" y="6235700"/>
                  </a:lnTo>
                  <a:lnTo>
                    <a:pt x="18747" y="6184900"/>
                  </a:lnTo>
                  <a:lnTo>
                    <a:pt x="19776" y="6121400"/>
                  </a:lnTo>
                  <a:lnTo>
                    <a:pt x="20956" y="6057900"/>
                  </a:lnTo>
                  <a:lnTo>
                    <a:pt x="22266" y="6007100"/>
                  </a:lnTo>
                  <a:lnTo>
                    <a:pt x="23686" y="5943600"/>
                  </a:lnTo>
                  <a:lnTo>
                    <a:pt x="30057" y="5676900"/>
                  </a:lnTo>
                  <a:lnTo>
                    <a:pt x="33371" y="5524500"/>
                  </a:lnTo>
                  <a:lnTo>
                    <a:pt x="34990" y="5448300"/>
                  </a:lnTo>
                  <a:lnTo>
                    <a:pt x="36556" y="5372100"/>
                  </a:lnTo>
                  <a:lnTo>
                    <a:pt x="38048" y="5295900"/>
                  </a:lnTo>
                  <a:lnTo>
                    <a:pt x="39447" y="5219700"/>
                  </a:lnTo>
                  <a:lnTo>
                    <a:pt x="40731" y="5130800"/>
                  </a:lnTo>
                  <a:lnTo>
                    <a:pt x="41882" y="5041900"/>
                  </a:lnTo>
                  <a:lnTo>
                    <a:pt x="42877" y="4953000"/>
                  </a:lnTo>
                  <a:lnTo>
                    <a:pt x="44265" y="4800600"/>
                  </a:lnTo>
                  <a:lnTo>
                    <a:pt x="44734" y="4737100"/>
                  </a:lnTo>
                  <a:lnTo>
                    <a:pt x="45108" y="4673600"/>
                  </a:lnTo>
                  <a:lnTo>
                    <a:pt x="45426" y="4584700"/>
                  </a:lnTo>
                  <a:lnTo>
                    <a:pt x="45452" y="4254500"/>
                  </a:lnTo>
                  <a:lnTo>
                    <a:pt x="45267" y="4203700"/>
                  </a:lnTo>
                  <a:lnTo>
                    <a:pt x="44916" y="4127500"/>
                  </a:lnTo>
                  <a:lnTo>
                    <a:pt x="44628" y="4076700"/>
                  </a:lnTo>
                  <a:lnTo>
                    <a:pt x="44200" y="4013200"/>
                  </a:lnTo>
                  <a:lnTo>
                    <a:pt x="43708" y="3949700"/>
                  </a:lnTo>
                  <a:lnTo>
                    <a:pt x="43154" y="3886200"/>
                  </a:lnTo>
                  <a:lnTo>
                    <a:pt x="42541" y="3822700"/>
                  </a:lnTo>
                  <a:lnTo>
                    <a:pt x="41873" y="3759200"/>
                  </a:lnTo>
                  <a:lnTo>
                    <a:pt x="41151" y="3695700"/>
                  </a:lnTo>
                  <a:lnTo>
                    <a:pt x="40379" y="3632200"/>
                  </a:lnTo>
                  <a:lnTo>
                    <a:pt x="39560" y="3568700"/>
                  </a:lnTo>
                  <a:lnTo>
                    <a:pt x="38696" y="3505200"/>
                  </a:lnTo>
                  <a:lnTo>
                    <a:pt x="37790" y="3454400"/>
                  </a:lnTo>
                  <a:lnTo>
                    <a:pt x="36846" y="3390900"/>
                  </a:lnTo>
                  <a:lnTo>
                    <a:pt x="35865" y="3327400"/>
                  </a:lnTo>
                  <a:lnTo>
                    <a:pt x="34852" y="3263900"/>
                  </a:lnTo>
                  <a:lnTo>
                    <a:pt x="33808" y="3213100"/>
                  </a:lnTo>
                  <a:lnTo>
                    <a:pt x="32736" y="3149600"/>
                  </a:lnTo>
                  <a:lnTo>
                    <a:pt x="31640" y="3098800"/>
                  </a:lnTo>
                  <a:lnTo>
                    <a:pt x="30522" y="3035300"/>
                  </a:lnTo>
                  <a:lnTo>
                    <a:pt x="29386" y="2984500"/>
                  </a:lnTo>
                  <a:lnTo>
                    <a:pt x="28233" y="2921000"/>
                  </a:lnTo>
                  <a:lnTo>
                    <a:pt x="25890" y="2819400"/>
                  </a:lnTo>
                  <a:lnTo>
                    <a:pt x="23517" y="2705100"/>
                  </a:lnTo>
                  <a:lnTo>
                    <a:pt x="18771" y="2501900"/>
                  </a:lnTo>
                  <a:lnTo>
                    <a:pt x="10941" y="2171700"/>
                  </a:lnTo>
                  <a:lnTo>
                    <a:pt x="6173" y="1968500"/>
                  </a:lnTo>
                  <a:lnTo>
                    <a:pt x="4552" y="1892300"/>
                  </a:lnTo>
                  <a:lnTo>
                    <a:pt x="3814" y="1854200"/>
                  </a:lnTo>
                  <a:lnTo>
                    <a:pt x="3128" y="1816100"/>
                  </a:lnTo>
                  <a:lnTo>
                    <a:pt x="2497" y="1778000"/>
                  </a:lnTo>
                  <a:lnTo>
                    <a:pt x="1923" y="1752600"/>
                  </a:lnTo>
                  <a:lnTo>
                    <a:pt x="1411" y="1714500"/>
                  </a:lnTo>
                  <a:lnTo>
                    <a:pt x="962" y="1689100"/>
                  </a:lnTo>
                  <a:lnTo>
                    <a:pt x="580" y="1651000"/>
                  </a:lnTo>
                  <a:lnTo>
                    <a:pt x="266" y="1625600"/>
                  </a:lnTo>
                  <a:lnTo>
                    <a:pt x="0" y="1600200"/>
                  </a:lnTo>
                  <a:lnTo>
                    <a:pt x="0" y="1485900"/>
                  </a:lnTo>
                  <a:lnTo>
                    <a:pt x="145" y="1460500"/>
                  </a:lnTo>
                  <a:lnTo>
                    <a:pt x="209" y="1384300"/>
                  </a:lnTo>
                  <a:lnTo>
                    <a:pt x="0" y="1358900"/>
                  </a:lnTo>
                  <a:lnTo>
                    <a:pt x="0" y="1130300"/>
                  </a:lnTo>
                  <a:lnTo>
                    <a:pt x="661" y="1079500"/>
                  </a:lnTo>
                  <a:lnTo>
                    <a:pt x="2360" y="1041400"/>
                  </a:lnTo>
                  <a:lnTo>
                    <a:pt x="4941" y="990600"/>
                  </a:lnTo>
                  <a:lnTo>
                    <a:pt x="8561" y="939800"/>
                  </a:lnTo>
                  <a:lnTo>
                    <a:pt x="13378" y="889000"/>
                  </a:lnTo>
                  <a:lnTo>
                    <a:pt x="19549" y="850900"/>
                  </a:lnTo>
                  <a:lnTo>
                    <a:pt x="27230" y="800100"/>
                  </a:lnTo>
                  <a:lnTo>
                    <a:pt x="36579" y="762000"/>
                  </a:lnTo>
                  <a:lnTo>
                    <a:pt x="47752" y="711200"/>
                  </a:lnTo>
                  <a:lnTo>
                    <a:pt x="60907" y="673100"/>
                  </a:lnTo>
                  <a:lnTo>
                    <a:pt x="76201" y="622300"/>
                  </a:lnTo>
                  <a:lnTo>
                    <a:pt x="93790" y="584200"/>
                  </a:lnTo>
                  <a:lnTo>
                    <a:pt x="113832" y="546100"/>
                  </a:lnTo>
                  <a:lnTo>
                    <a:pt x="136484" y="495300"/>
                  </a:lnTo>
                  <a:lnTo>
                    <a:pt x="161903" y="457200"/>
                  </a:lnTo>
                  <a:lnTo>
                    <a:pt x="190246" y="419100"/>
                  </a:lnTo>
                  <a:lnTo>
                    <a:pt x="221669" y="381000"/>
                  </a:lnTo>
                  <a:lnTo>
                    <a:pt x="256330" y="342900"/>
                  </a:lnTo>
                  <a:lnTo>
                    <a:pt x="294386" y="317500"/>
                  </a:lnTo>
                  <a:lnTo>
                    <a:pt x="329417" y="279400"/>
                  </a:lnTo>
                  <a:lnTo>
                    <a:pt x="365789" y="254000"/>
                  </a:lnTo>
                  <a:lnTo>
                    <a:pt x="403446" y="228600"/>
                  </a:lnTo>
                  <a:lnTo>
                    <a:pt x="442331" y="203200"/>
                  </a:lnTo>
                  <a:lnTo>
                    <a:pt x="482390" y="177800"/>
                  </a:lnTo>
                  <a:lnTo>
                    <a:pt x="523565" y="165100"/>
                  </a:lnTo>
                  <a:lnTo>
                    <a:pt x="565801" y="139700"/>
                  </a:lnTo>
                  <a:lnTo>
                    <a:pt x="609042" y="114300"/>
                  </a:lnTo>
                  <a:lnTo>
                    <a:pt x="790931" y="63500"/>
                  </a:lnTo>
                  <a:lnTo>
                    <a:pt x="935150" y="25400"/>
                  </a:lnTo>
                  <a:lnTo>
                    <a:pt x="4821739" y="25400"/>
                  </a:lnTo>
                  <a:lnTo>
                    <a:pt x="4871880" y="38100"/>
                  </a:lnTo>
                  <a:lnTo>
                    <a:pt x="5124998" y="38100"/>
                  </a:lnTo>
                  <a:lnTo>
                    <a:pt x="5329818" y="50800"/>
                  </a:lnTo>
                  <a:lnTo>
                    <a:pt x="5691288" y="50800"/>
                  </a:lnTo>
                  <a:lnTo>
                    <a:pt x="5743090" y="63500"/>
                  </a:lnTo>
                  <a:lnTo>
                    <a:pt x="6053840" y="63500"/>
                  </a:lnTo>
                  <a:lnTo>
                    <a:pt x="6105532" y="76200"/>
                  </a:lnTo>
                  <a:lnTo>
                    <a:pt x="6363002" y="76200"/>
                  </a:lnTo>
                  <a:lnTo>
                    <a:pt x="6420561" y="88900"/>
                  </a:lnTo>
                  <a:lnTo>
                    <a:pt x="6727050" y="88900"/>
                  </a:lnTo>
                  <a:lnTo>
                    <a:pt x="6772961" y="101600"/>
                  </a:lnTo>
                  <a:lnTo>
                    <a:pt x="6861610" y="101600"/>
                  </a:lnTo>
                  <a:lnTo>
                    <a:pt x="6904628" y="114300"/>
                  </a:lnTo>
                  <a:lnTo>
                    <a:pt x="7112253" y="177800"/>
                  </a:lnTo>
                  <a:lnTo>
                    <a:pt x="7235896" y="254000"/>
                  </a:lnTo>
                  <a:lnTo>
                    <a:pt x="7277794" y="292100"/>
                  </a:lnTo>
                  <a:lnTo>
                    <a:pt x="7320268" y="317500"/>
                  </a:lnTo>
                  <a:lnTo>
                    <a:pt x="7363457" y="368300"/>
                  </a:lnTo>
                  <a:lnTo>
                    <a:pt x="7398907" y="393700"/>
                  </a:lnTo>
                  <a:lnTo>
                    <a:pt x="7504670" y="508000"/>
                  </a:lnTo>
                  <a:lnTo>
                    <a:pt x="7539661" y="533400"/>
                  </a:lnTo>
                  <a:lnTo>
                    <a:pt x="7643547" y="647700"/>
                  </a:lnTo>
                  <a:lnTo>
                    <a:pt x="7711692" y="723900"/>
                  </a:lnTo>
                  <a:lnTo>
                    <a:pt x="7778752" y="800100"/>
                  </a:lnTo>
                  <a:lnTo>
                    <a:pt x="7811824" y="838200"/>
                  </a:lnTo>
                  <a:lnTo>
                    <a:pt x="7844561" y="876300"/>
                  </a:lnTo>
                  <a:lnTo>
                    <a:pt x="7876944" y="914400"/>
                  </a:lnTo>
                  <a:lnTo>
                    <a:pt x="7908951" y="952500"/>
                  </a:lnTo>
                  <a:lnTo>
                    <a:pt x="7940562" y="1003300"/>
                  </a:lnTo>
                  <a:lnTo>
                    <a:pt x="7971756" y="1041400"/>
                  </a:lnTo>
                  <a:lnTo>
                    <a:pt x="8002511" y="1079500"/>
                  </a:lnTo>
                  <a:lnTo>
                    <a:pt x="8032808" y="1117600"/>
                  </a:lnTo>
                  <a:lnTo>
                    <a:pt x="8062625" y="1155700"/>
                  </a:lnTo>
                  <a:lnTo>
                    <a:pt x="8083039" y="1181100"/>
                  </a:lnTo>
                  <a:lnTo>
                    <a:pt x="8102099" y="1206500"/>
                  </a:lnTo>
                  <a:lnTo>
                    <a:pt x="8119848" y="1231900"/>
                  </a:lnTo>
                  <a:lnTo>
                    <a:pt x="8136329" y="1270000"/>
                  </a:lnTo>
                  <a:lnTo>
                    <a:pt x="8151584" y="1295400"/>
                  </a:lnTo>
                  <a:lnTo>
                    <a:pt x="8165658" y="1320800"/>
                  </a:lnTo>
                  <a:lnTo>
                    <a:pt x="8178591" y="1358900"/>
                  </a:lnTo>
                  <a:lnTo>
                    <a:pt x="8190427" y="1384300"/>
                  </a:lnTo>
                  <a:lnTo>
                    <a:pt x="8201210" y="1422400"/>
                  </a:lnTo>
                  <a:lnTo>
                    <a:pt x="8210982" y="1460500"/>
                  </a:lnTo>
                  <a:lnTo>
                    <a:pt x="8219785" y="1485900"/>
                  </a:lnTo>
                  <a:lnTo>
                    <a:pt x="8227662" y="1524000"/>
                  </a:lnTo>
                  <a:lnTo>
                    <a:pt x="8234657" y="1562100"/>
                  </a:lnTo>
                  <a:lnTo>
                    <a:pt x="8240812" y="1600200"/>
                  </a:lnTo>
                  <a:lnTo>
                    <a:pt x="8246171" y="1638300"/>
                  </a:lnTo>
                  <a:lnTo>
                    <a:pt x="8250775" y="1689100"/>
                  </a:lnTo>
                  <a:lnTo>
                    <a:pt x="8254667" y="1727200"/>
                  </a:lnTo>
                  <a:lnTo>
                    <a:pt x="8257891" y="1778000"/>
                  </a:lnTo>
                  <a:lnTo>
                    <a:pt x="8260490" y="1816100"/>
                  </a:lnTo>
                  <a:lnTo>
                    <a:pt x="8262506" y="1866900"/>
                  </a:lnTo>
                  <a:lnTo>
                    <a:pt x="8263982" y="1917700"/>
                  </a:lnTo>
                  <a:lnTo>
                    <a:pt x="8264960" y="1968500"/>
                  </a:lnTo>
                  <a:lnTo>
                    <a:pt x="8265485" y="2032000"/>
                  </a:lnTo>
                  <a:lnTo>
                    <a:pt x="8265597" y="2082800"/>
                  </a:lnTo>
                  <a:lnTo>
                    <a:pt x="8265342" y="2146300"/>
                  </a:lnTo>
                  <a:lnTo>
                    <a:pt x="8264760" y="2209800"/>
                  </a:lnTo>
                  <a:lnTo>
                    <a:pt x="8263895" y="2273300"/>
                  </a:lnTo>
                  <a:lnTo>
                    <a:pt x="8261489" y="2413000"/>
                  </a:lnTo>
                  <a:lnTo>
                    <a:pt x="8260032" y="2476500"/>
                  </a:lnTo>
                  <a:lnTo>
                    <a:pt x="8256827" y="2641600"/>
                  </a:lnTo>
                  <a:lnTo>
                    <a:pt x="8255164" y="2717800"/>
                  </a:lnTo>
                  <a:lnTo>
                    <a:pt x="8253518" y="2806700"/>
                  </a:lnTo>
                  <a:lnTo>
                    <a:pt x="8252431" y="2882900"/>
                  </a:lnTo>
                  <a:lnTo>
                    <a:pt x="8251467" y="2959100"/>
                  </a:lnTo>
                  <a:lnTo>
                    <a:pt x="8250623" y="3035300"/>
                  </a:lnTo>
                  <a:lnTo>
                    <a:pt x="8250016" y="3098800"/>
                  </a:lnTo>
                  <a:lnTo>
                    <a:pt x="8249277" y="3187700"/>
                  </a:lnTo>
                  <a:lnTo>
                    <a:pt x="8248768" y="3263900"/>
                  </a:lnTo>
                  <a:lnTo>
                    <a:pt x="8248429" y="3327400"/>
                  </a:lnTo>
                  <a:lnTo>
                    <a:pt x="8248157" y="3390900"/>
                  </a:lnTo>
                  <a:lnTo>
                    <a:pt x="8247929" y="3454400"/>
                  </a:lnTo>
                  <a:lnTo>
                    <a:pt x="8247880" y="3771900"/>
                  </a:lnTo>
                  <a:lnTo>
                    <a:pt x="8248019" y="3822700"/>
                  </a:lnTo>
                  <a:lnTo>
                    <a:pt x="8248718" y="3987800"/>
                  </a:lnTo>
                  <a:lnTo>
                    <a:pt x="8249603" y="4127500"/>
                  </a:lnTo>
                  <a:lnTo>
                    <a:pt x="8250141" y="4191000"/>
                  </a:lnTo>
                  <a:lnTo>
                    <a:pt x="8250721" y="4254500"/>
                  </a:lnTo>
                  <a:lnTo>
                    <a:pt x="8251343" y="4318000"/>
                  </a:lnTo>
                  <a:lnTo>
                    <a:pt x="8252017" y="4394200"/>
                  </a:lnTo>
                  <a:lnTo>
                    <a:pt x="8252731" y="4457700"/>
                  </a:lnTo>
                  <a:lnTo>
                    <a:pt x="8253481" y="4521200"/>
                  </a:lnTo>
                  <a:lnTo>
                    <a:pt x="8254264" y="4584700"/>
                  </a:lnTo>
                  <a:lnTo>
                    <a:pt x="8255912" y="4711700"/>
                  </a:lnTo>
                  <a:lnTo>
                    <a:pt x="8257642" y="4838700"/>
                  </a:lnTo>
                  <a:lnTo>
                    <a:pt x="8259423" y="4965700"/>
                  </a:lnTo>
                  <a:lnTo>
                    <a:pt x="8266221" y="5410200"/>
                  </a:lnTo>
                  <a:lnTo>
                    <a:pt x="8266221" y="6731000"/>
                  </a:lnTo>
                  <a:lnTo>
                    <a:pt x="8265530" y="6743700"/>
                  </a:lnTo>
                  <a:lnTo>
                    <a:pt x="8264107" y="6794500"/>
                  </a:lnTo>
                  <a:lnTo>
                    <a:pt x="8262546" y="6832600"/>
                  </a:lnTo>
                  <a:lnTo>
                    <a:pt x="8260844" y="6870700"/>
                  </a:lnTo>
                  <a:lnTo>
                    <a:pt x="8258996" y="6908800"/>
                  </a:lnTo>
                  <a:lnTo>
                    <a:pt x="8256999" y="6946900"/>
                  </a:lnTo>
                  <a:lnTo>
                    <a:pt x="8254848" y="6985000"/>
                  </a:lnTo>
                  <a:lnTo>
                    <a:pt x="8252540" y="7023100"/>
                  </a:lnTo>
                  <a:lnTo>
                    <a:pt x="8250071" y="7061200"/>
                  </a:lnTo>
                  <a:lnTo>
                    <a:pt x="8247437" y="7099300"/>
                  </a:lnTo>
                  <a:lnTo>
                    <a:pt x="8244634" y="7137400"/>
                  </a:lnTo>
                  <a:lnTo>
                    <a:pt x="8241657" y="7175500"/>
                  </a:lnTo>
                  <a:lnTo>
                    <a:pt x="8238504" y="7213600"/>
                  </a:lnTo>
                  <a:lnTo>
                    <a:pt x="8235169" y="7239000"/>
                  </a:lnTo>
                  <a:lnTo>
                    <a:pt x="8231650" y="7277100"/>
                  </a:lnTo>
                  <a:lnTo>
                    <a:pt x="8227941" y="7315200"/>
                  </a:lnTo>
                  <a:lnTo>
                    <a:pt x="8224040" y="7340600"/>
                  </a:lnTo>
                  <a:lnTo>
                    <a:pt x="8219942" y="7378700"/>
                  </a:lnTo>
                  <a:lnTo>
                    <a:pt x="8215643" y="7416800"/>
                  </a:lnTo>
                  <a:lnTo>
                    <a:pt x="8211139" y="7442200"/>
                  </a:lnTo>
                  <a:lnTo>
                    <a:pt x="8206427" y="7480300"/>
                  </a:lnTo>
                  <a:lnTo>
                    <a:pt x="8201502" y="7505700"/>
                  </a:lnTo>
                  <a:lnTo>
                    <a:pt x="8196360" y="7531100"/>
                  </a:lnTo>
                  <a:lnTo>
                    <a:pt x="8190998" y="7569200"/>
                  </a:lnTo>
                  <a:lnTo>
                    <a:pt x="8185412" y="7594600"/>
                  </a:lnTo>
                  <a:lnTo>
                    <a:pt x="8179597" y="7620000"/>
                  </a:lnTo>
                  <a:lnTo>
                    <a:pt x="8173550" y="7658100"/>
                  </a:lnTo>
                  <a:lnTo>
                    <a:pt x="8160742" y="7708900"/>
                  </a:lnTo>
                  <a:lnTo>
                    <a:pt x="8146957" y="7759700"/>
                  </a:lnTo>
                  <a:lnTo>
                    <a:pt x="8132164" y="7810500"/>
                  </a:lnTo>
                  <a:lnTo>
                    <a:pt x="8116330" y="7861300"/>
                  </a:lnTo>
                  <a:lnTo>
                    <a:pt x="8099424" y="7912100"/>
                  </a:lnTo>
                  <a:lnTo>
                    <a:pt x="8084732" y="7937500"/>
                  </a:lnTo>
                  <a:lnTo>
                    <a:pt x="8069270" y="7975600"/>
                  </a:lnTo>
                  <a:lnTo>
                    <a:pt x="8053012" y="8013700"/>
                  </a:lnTo>
                  <a:lnTo>
                    <a:pt x="8035929" y="8051800"/>
                  </a:lnTo>
                  <a:lnTo>
                    <a:pt x="8017994" y="8089900"/>
                  </a:lnTo>
                  <a:lnTo>
                    <a:pt x="7999179" y="8128000"/>
                  </a:lnTo>
                  <a:lnTo>
                    <a:pt x="7979456" y="8166100"/>
                  </a:lnTo>
                  <a:lnTo>
                    <a:pt x="7958799" y="8191500"/>
                  </a:lnTo>
                  <a:lnTo>
                    <a:pt x="7937180" y="8229600"/>
                  </a:lnTo>
                  <a:lnTo>
                    <a:pt x="7914570" y="8267700"/>
                  </a:lnTo>
                  <a:lnTo>
                    <a:pt x="7890943" y="8293100"/>
                  </a:lnTo>
                  <a:lnTo>
                    <a:pt x="7866270" y="8331200"/>
                  </a:lnTo>
                  <a:lnTo>
                    <a:pt x="7840524" y="8356600"/>
                  </a:lnTo>
                  <a:lnTo>
                    <a:pt x="7813678" y="8394700"/>
                  </a:lnTo>
                  <a:lnTo>
                    <a:pt x="7785704" y="8420100"/>
                  </a:lnTo>
                  <a:lnTo>
                    <a:pt x="7756574" y="8445500"/>
                  </a:lnTo>
                  <a:lnTo>
                    <a:pt x="7726261" y="8470900"/>
                  </a:lnTo>
                  <a:lnTo>
                    <a:pt x="7694737" y="8496300"/>
                  </a:lnTo>
                  <a:lnTo>
                    <a:pt x="7661974" y="8521700"/>
                  </a:lnTo>
                  <a:lnTo>
                    <a:pt x="7627945" y="8547100"/>
                  </a:lnTo>
                  <a:lnTo>
                    <a:pt x="7592623" y="8572500"/>
                  </a:lnTo>
                  <a:lnTo>
                    <a:pt x="7555979" y="8597900"/>
                  </a:lnTo>
                  <a:lnTo>
                    <a:pt x="7517987" y="8623300"/>
                  </a:lnTo>
                  <a:lnTo>
                    <a:pt x="7503951" y="8636000"/>
                  </a:lnTo>
                  <a:close/>
                </a:path>
              </a:pathLst>
            </a:custGeom>
            <a:solidFill>
              <a:srgbClr val="D5C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4457947" y="2499181"/>
              <a:ext cx="134620" cy="19685"/>
            </a:xfrm>
            <a:custGeom>
              <a:avLst/>
              <a:gdLst/>
              <a:ahLst/>
              <a:cxnLst/>
              <a:rect l="l" t="t" r="r" b="b"/>
              <a:pathLst>
                <a:path w="134619" h="19685">
                  <a:moveTo>
                    <a:pt x="134251" y="0"/>
                  </a:moveTo>
                  <a:lnTo>
                    <a:pt x="55067" y="0"/>
                  </a:lnTo>
                  <a:lnTo>
                    <a:pt x="0" y="12"/>
                  </a:lnTo>
                  <a:lnTo>
                    <a:pt x="0" y="19062"/>
                  </a:lnTo>
                  <a:lnTo>
                    <a:pt x="55067" y="19062"/>
                  </a:lnTo>
                  <a:lnTo>
                    <a:pt x="134251" y="19050"/>
                  </a:lnTo>
                  <a:lnTo>
                    <a:pt x="134251" y="0"/>
                  </a:lnTo>
                  <a:close/>
                </a:path>
              </a:pathLst>
            </a:custGeom>
            <a:solidFill>
              <a:srgbClr val="506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4100155" y="4061282"/>
              <a:ext cx="55244" cy="19050"/>
            </a:xfrm>
            <a:custGeom>
              <a:avLst/>
              <a:gdLst/>
              <a:ahLst/>
              <a:cxnLst/>
              <a:rect l="l" t="t" r="r" b="b"/>
              <a:pathLst>
                <a:path w="55244" h="19050">
                  <a:moveTo>
                    <a:pt x="55085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55085" y="0"/>
                  </a:lnTo>
                  <a:lnTo>
                    <a:pt x="55085" y="19049"/>
                  </a:lnTo>
                  <a:close/>
                </a:path>
              </a:pathLst>
            </a:custGeom>
            <a:solidFill>
              <a:srgbClr val="1700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4155240" y="4061281"/>
              <a:ext cx="79375" cy="19050"/>
            </a:xfrm>
            <a:custGeom>
              <a:avLst/>
              <a:gdLst/>
              <a:ahLst/>
              <a:cxnLst/>
              <a:rect l="l" t="t" r="r" b="b"/>
              <a:pathLst>
                <a:path w="79375" h="19050">
                  <a:moveTo>
                    <a:pt x="79176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79176" y="0"/>
                  </a:lnTo>
                  <a:lnTo>
                    <a:pt x="79176" y="19049"/>
                  </a:lnTo>
                  <a:close/>
                </a:path>
              </a:pathLst>
            </a:custGeom>
            <a:solidFill>
              <a:srgbClr val="37B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2405894" y="6814006"/>
              <a:ext cx="125095" cy="19050"/>
            </a:xfrm>
            <a:custGeom>
              <a:avLst/>
              <a:gdLst/>
              <a:ahLst/>
              <a:cxnLst/>
              <a:rect l="l" t="t" r="r" b="b"/>
              <a:pathLst>
                <a:path w="125095" h="19050">
                  <a:moveTo>
                    <a:pt x="124879" y="0"/>
                  </a:moveTo>
                  <a:lnTo>
                    <a:pt x="52400" y="0"/>
                  </a:lnTo>
                  <a:lnTo>
                    <a:pt x="0" y="0"/>
                  </a:lnTo>
                  <a:lnTo>
                    <a:pt x="0" y="19050"/>
                  </a:lnTo>
                  <a:lnTo>
                    <a:pt x="52400" y="19050"/>
                  </a:lnTo>
                  <a:lnTo>
                    <a:pt x="124879" y="19050"/>
                  </a:lnTo>
                  <a:lnTo>
                    <a:pt x="124879" y="0"/>
                  </a:lnTo>
                  <a:close/>
                </a:path>
              </a:pathLst>
            </a:custGeom>
            <a:solidFill>
              <a:srgbClr val="1700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0341023" y="6529206"/>
            <a:ext cx="6700520" cy="62928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700" b="1" i="1" spc="55" dirty="0">
                <a:latin typeface="Arial"/>
                <a:cs typeface="Arial"/>
              </a:rPr>
              <a:t>4)</a:t>
            </a:r>
            <a:r>
              <a:rPr sz="1700" u="heavy" spc="90" dirty="0">
                <a:solidFill>
                  <a:srgbClr val="1700AC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1700" b="1" i="1" u="heavy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GPS</a:t>
            </a:r>
            <a:r>
              <a:rPr sz="1700" b="1" i="1" u="heavy" spc="265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 </a:t>
            </a:r>
            <a:r>
              <a:rPr sz="1700" b="1" i="1" spc="125" dirty="0">
                <a:solidFill>
                  <a:srgbClr val="1700AC"/>
                </a:solidFill>
                <a:latin typeface="Arial"/>
                <a:cs typeface="Arial"/>
              </a:rPr>
              <a:t>(</a:t>
            </a:r>
            <a:r>
              <a:rPr sz="1700" b="1" i="1" u="heavy" spc="-300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 </a:t>
            </a:r>
            <a:r>
              <a:rPr sz="1700" b="1" i="1" u="heavy" spc="185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NEO-</a:t>
            </a:r>
            <a:r>
              <a:rPr sz="1700" b="1" i="1" u="heavy" spc="180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6M</a:t>
            </a:r>
            <a:r>
              <a:rPr sz="1700" b="1" i="1" spc="180" dirty="0">
                <a:solidFill>
                  <a:srgbClr val="1700AC"/>
                </a:solidFill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1700" b="1" i="1" spc="70" dirty="0">
                <a:latin typeface="Arial"/>
                <a:cs typeface="Arial"/>
              </a:rPr>
              <a:t>d</a:t>
            </a:r>
            <a:r>
              <a:rPr sz="1700" b="1" i="1" spc="210" dirty="0">
                <a:latin typeface="Arial"/>
                <a:cs typeface="Arial"/>
              </a:rPr>
              <a:t> </a:t>
            </a:r>
            <a:r>
              <a:rPr sz="1700" b="1" i="1" dirty="0">
                <a:latin typeface="Arial"/>
                <a:cs typeface="Arial"/>
              </a:rPr>
              <a:t>=</a:t>
            </a:r>
            <a:r>
              <a:rPr sz="1700" b="1" i="1" spc="225" dirty="0">
                <a:latin typeface="Arial"/>
                <a:cs typeface="Arial"/>
              </a:rPr>
              <a:t> </a:t>
            </a:r>
            <a:r>
              <a:rPr sz="1700" b="1" i="1" spc="100" dirty="0">
                <a:latin typeface="Arial"/>
                <a:cs typeface="Arial"/>
              </a:rPr>
              <a:t>2r</a:t>
            </a:r>
            <a:r>
              <a:rPr sz="1700" b="1" i="1" spc="220" dirty="0">
                <a:latin typeface="Arial"/>
                <a:cs typeface="Arial"/>
              </a:rPr>
              <a:t> </a:t>
            </a:r>
            <a:r>
              <a:rPr sz="1700" b="1" i="1" spc="200" dirty="0">
                <a:latin typeface="Arial"/>
                <a:cs typeface="Arial"/>
              </a:rPr>
              <a:t>sin</a:t>
            </a:r>
            <a:r>
              <a:rPr sz="1800" b="1" spc="200" dirty="0">
                <a:latin typeface="Arial"/>
                <a:cs typeface="Arial"/>
              </a:rPr>
              <a:t>■</a:t>
            </a:r>
            <a:r>
              <a:rPr sz="1700" b="1" i="1" spc="200" dirty="0">
                <a:latin typeface="Arial"/>
                <a:cs typeface="Arial"/>
              </a:rPr>
              <a:t>¹(</a:t>
            </a:r>
            <a:r>
              <a:rPr sz="1700" b="1" i="1" spc="225" dirty="0">
                <a:latin typeface="Arial"/>
                <a:cs typeface="Arial"/>
              </a:rPr>
              <a:t> </a:t>
            </a:r>
            <a:r>
              <a:rPr sz="1700" b="1" i="1" spc="300" dirty="0">
                <a:latin typeface="Arial"/>
                <a:cs typeface="Arial"/>
              </a:rPr>
              <a:t>√[</a:t>
            </a:r>
            <a:r>
              <a:rPr sz="1700" b="1" i="1" spc="220" dirty="0">
                <a:latin typeface="Arial"/>
                <a:cs typeface="Arial"/>
              </a:rPr>
              <a:t> </a:t>
            </a:r>
            <a:r>
              <a:rPr sz="1700" b="1" i="1" spc="200" dirty="0">
                <a:latin typeface="Arial"/>
                <a:cs typeface="Arial"/>
              </a:rPr>
              <a:t>sin²(∆φ/2)</a:t>
            </a:r>
            <a:r>
              <a:rPr sz="1700" b="1" i="1" spc="225" dirty="0">
                <a:latin typeface="Arial"/>
                <a:cs typeface="Arial"/>
              </a:rPr>
              <a:t> </a:t>
            </a:r>
            <a:r>
              <a:rPr sz="1700" b="1" i="1" dirty="0">
                <a:latin typeface="Arial"/>
                <a:cs typeface="Arial"/>
              </a:rPr>
              <a:t>+</a:t>
            </a:r>
            <a:r>
              <a:rPr sz="1700" b="1" i="1" spc="220" dirty="0">
                <a:latin typeface="Arial"/>
                <a:cs typeface="Arial"/>
              </a:rPr>
              <a:t> </a:t>
            </a:r>
            <a:r>
              <a:rPr sz="1700" b="1" i="1" spc="65" dirty="0">
                <a:latin typeface="Arial"/>
                <a:cs typeface="Arial"/>
              </a:rPr>
              <a:t>cosφ1</a:t>
            </a:r>
            <a:r>
              <a:rPr sz="1700" b="1" i="1" spc="225" dirty="0">
                <a:latin typeface="Arial"/>
                <a:cs typeface="Arial"/>
              </a:rPr>
              <a:t> </a:t>
            </a:r>
            <a:r>
              <a:rPr sz="1700" b="1" i="1" spc="140" dirty="0">
                <a:latin typeface="Arial"/>
                <a:cs typeface="Arial"/>
              </a:rPr>
              <a:t>cosφ2</a:t>
            </a:r>
            <a:r>
              <a:rPr sz="1700" b="1" i="1" spc="220" dirty="0">
                <a:latin typeface="Arial"/>
                <a:cs typeface="Arial"/>
              </a:rPr>
              <a:t> </a:t>
            </a:r>
            <a:r>
              <a:rPr sz="1700" b="1" i="1" spc="190" dirty="0">
                <a:latin typeface="Arial"/>
                <a:cs typeface="Arial"/>
              </a:rPr>
              <a:t>sin²(∆λ/2)</a:t>
            </a:r>
            <a:r>
              <a:rPr sz="1700" b="1" i="1" spc="225" dirty="0">
                <a:latin typeface="Arial"/>
                <a:cs typeface="Arial"/>
              </a:rPr>
              <a:t> </a:t>
            </a:r>
            <a:r>
              <a:rPr sz="1700" b="1" i="1" spc="60" dirty="0">
                <a:latin typeface="Arial"/>
                <a:cs typeface="Arial"/>
              </a:rPr>
              <a:t>]</a:t>
            </a:r>
            <a:r>
              <a:rPr sz="1700" b="1" i="1" spc="225" dirty="0">
                <a:latin typeface="Arial"/>
                <a:cs typeface="Arial"/>
              </a:rPr>
              <a:t> </a:t>
            </a:r>
            <a:r>
              <a:rPr sz="1700" b="1" i="1" spc="7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0341023" y="7436014"/>
            <a:ext cx="5040630" cy="93980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1700" b="1" i="1" spc="185" dirty="0">
                <a:latin typeface="Arial"/>
                <a:cs typeface="Arial"/>
              </a:rPr>
              <a:t>5)</a:t>
            </a:r>
            <a:r>
              <a:rPr sz="1700" b="1" i="1" spc="225" dirty="0">
                <a:latin typeface="Arial"/>
                <a:cs typeface="Arial"/>
              </a:rPr>
              <a:t> </a:t>
            </a:r>
            <a:r>
              <a:rPr sz="1700" b="1" i="1" u="heavy" spc="135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MQ</a:t>
            </a:r>
            <a:r>
              <a:rPr sz="1700" b="1" i="1" u="heavy" spc="-300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 </a:t>
            </a:r>
            <a:r>
              <a:rPr sz="1700" b="1" i="1" u="heavy" spc="465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-</a:t>
            </a:r>
            <a:r>
              <a:rPr sz="1700" b="1" i="1" u="heavy" spc="160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4</a:t>
            </a:r>
            <a:r>
              <a:rPr sz="1700" b="1" i="1" u="heavy" spc="220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 </a:t>
            </a:r>
            <a:r>
              <a:rPr sz="1700" b="1" i="1" u="heavy" spc="90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Gas</a:t>
            </a:r>
            <a:r>
              <a:rPr sz="1700" b="1" i="1" u="heavy" spc="225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 </a:t>
            </a:r>
            <a:r>
              <a:rPr sz="1700" b="1" i="1" u="heavy" spc="90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Sensor</a:t>
            </a:r>
            <a:r>
              <a:rPr sz="1700" b="1" i="1" u="heavy" spc="220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 </a:t>
            </a:r>
            <a:endParaRPr sz="1700">
              <a:latin typeface="Arial"/>
              <a:cs typeface="Arial"/>
            </a:endParaRPr>
          </a:p>
          <a:p>
            <a:pPr marL="12700" marR="5080">
              <a:lnSpc>
                <a:spcPct val="117600"/>
              </a:lnSpc>
            </a:pPr>
            <a:r>
              <a:rPr sz="1700" b="1" i="1" spc="165" dirty="0">
                <a:latin typeface="Arial"/>
                <a:cs typeface="Arial"/>
              </a:rPr>
              <a:t>ppm</a:t>
            </a:r>
            <a:r>
              <a:rPr sz="1700" b="1" i="1" spc="215" dirty="0">
                <a:latin typeface="Arial"/>
                <a:cs typeface="Arial"/>
              </a:rPr>
              <a:t> </a:t>
            </a:r>
            <a:r>
              <a:rPr sz="1700" b="1" i="1" dirty="0">
                <a:latin typeface="Arial"/>
                <a:cs typeface="Arial"/>
              </a:rPr>
              <a:t>=</a:t>
            </a:r>
            <a:r>
              <a:rPr sz="1700" b="1" i="1" spc="220" dirty="0">
                <a:latin typeface="Arial"/>
                <a:cs typeface="Arial"/>
              </a:rPr>
              <a:t> </a:t>
            </a:r>
            <a:r>
              <a:rPr sz="1700" b="1" i="1" spc="100" dirty="0">
                <a:latin typeface="Arial"/>
                <a:cs typeface="Arial"/>
              </a:rPr>
              <a:t>Sensor</a:t>
            </a:r>
            <a:r>
              <a:rPr sz="1700" b="1" i="1" spc="215" dirty="0">
                <a:latin typeface="Arial"/>
                <a:cs typeface="Arial"/>
              </a:rPr>
              <a:t> </a:t>
            </a:r>
            <a:r>
              <a:rPr sz="1700" b="1" i="1" spc="180" dirty="0">
                <a:latin typeface="Arial"/>
                <a:cs typeface="Arial"/>
              </a:rPr>
              <a:t>Output</a:t>
            </a:r>
            <a:r>
              <a:rPr sz="1700" b="1" i="1" spc="220" dirty="0">
                <a:latin typeface="Arial"/>
                <a:cs typeface="Arial"/>
              </a:rPr>
              <a:t> </a:t>
            </a:r>
            <a:r>
              <a:rPr sz="1700" b="1" i="1" spc="254" dirty="0">
                <a:latin typeface="Arial"/>
                <a:cs typeface="Arial"/>
              </a:rPr>
              <a:t>/</a:t>
            </a:r>
            <a:r>
              <a:rPr sz="1700" b="1" i="1" spc="220" dirty="0">
                <a:latin typeface="Arial"/>
                <a:cs typeface="Arial"/>
              </a:rPr>
              <a:t> </a:t>
            </a:r>
            <a:r>
              <a:rPr sz="1700" b="1" i="1" spc="140" dirty="0">
                <a:latin typeface="Arial"/>
                <a:cs typeface="Arial"/>
              </a:rPr>
              <a:t>Calibration</a:t>
            </a:r>
            <a:r>
              <a:rPr sz="1700" b="1" i="1" spc="215" dirty="0">
                <a:latin typeface="Arial"/>
                <a:cs typeface="Arial"/>
              </a:rPr>
              <a:t> </a:t>
            </a:r>
            <a:r>
              <a:rPr sz="1700" b="1" i="1" spc="105" dirty="0">
                <a:latin typeface="Arial"/>
                <a:cs typeface="Arial"/>
              </a:rPr>
              <a:t>Factor </a:t>
            </a:r>
            <a:r>
              <a:rPr sz="1700" b="1" i="1" spc="110" dirty="0">
                <a:latin typeface="Arial"/>
                <a:cs typeface="Arial"/>
              </a:rPr>
              <a:t>Alert:</a:t>
            </a:r>
            <a:r>
              <a:rPr sz="1700" b="1" i="1" spc="210" dirty="0">
                <a:latin typeface="Arial"/>
                <a:cs typeface="Arial"/>
              </a:rPr>
              <a:t> </a:t>
            </a:r>
            <a:r>
              <a:rPr sz="1700" b="1" i="1" spc="150" dirty="0">
                <a:latin typeface="Arial"/>
                <a:cs typeface="Arial"/>
              </a:rPr>
              <a:t>CH4</a:t>
            </a:r>
            <a:r>
              <a:rPr sz="1700" b="1" i="1" spc="210" dirty="0">
                <a:latin typeface="Arial"/>
                <a:cs typeface="Arial"/>
              </a:rPr>
              <a:t> </a:t>
            </a:r>
            <a:r>
              <a:rPr sz="1700" b="1" i="1" dirty="0">
                <a:latin typeface="Arial"/>
                <a:cs typeface="Arial"/>
              </a:rPr>
              <a:t>&gt;</a:t>
            </a:r>
            <a:r>
              <a:rPr sz="1700" b="1" i="1" spc="215" dirty="0">
                <a:latin typeface="Arial"/>
                <a:cs typeface="Arial"/>
              </a:rPr>
              <a:t> </a:t>
            </a:r>
            <a:r>
              <a:rPr sz="1700" b="1" i="1" dirty="0">
                <a:latin typeface="Arial"/>
                <a:cs typeface="Arial"/>
              </a:rPr>
              <a:t>2</a:t>
            </a:r>
            <a:r>
              <a:rPr sz="1700" b="1" i="1" spc="210" dirty="0">
                <a:latin typeface="Arial"/>
                <a:cs typeface="Arial"/>
              </a:rPr>
              <a:t> </a:t>
            </a:r>
            <a:r>
              <a:rPr sz="1700" b="1" i="1" spc="140" dirty="0">
                <a:latin typeface="Arial"/>
                <a:cs typeface="Arial"/>
              </a:rPr>
              <a:t>ppm</a:t>
            </a:r>
            <a:endParaRPr sz="17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0341023" y="8655214"/>
            <a:ext cx="2001520" cy="93980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1700" b="1" i="1" spc="180" dirty="0">
                <a:latin typeface="Arial"/>
                <a:cs typeface="Arial"/>
              </a:rPr>
              <a:t>6)</a:t>
            </a:r>
            <a:r>
              <a:rPr sz="1700" b="1" i="1" spc="110" dirty="0">
                <a:latin typeface="Arial"/>
                <a:cs typeface="Arial"/>
              </a:rPr>
              <a:t> </a:t>
            </a:r>
            <a:r>
              <a:rPr sz="1700" b="1" i="1" u="heavy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DHT11</a:t>
            </a:r>
            <a:r>
              <a:rPr sz="1700" b="1" i="1" u="heavy" spc="110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 </a:t>
            </a:r>
            <a:r>
              <a:rPr sz="1700" b="1" i="1" u="heavy" spc="90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Sensor</a:t>
            </a:r>
            <a:r>
              <a:rPr sz="1700" b="1" i="1" u="heavy" spc="220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 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1700" b="1" i="1" spc="170" dirty="0">
                <a:latin typeface="Arial"/>
                <a:cs typeface="Arial"/>
              </a:rPr>
              <a:t>20°C</a:t>
            </a:r>
            <a:r>
              <a:rPr sz="1700" b="1" i="1" spc="175" dirty="0">
                <a:latin typeface="Arial"/>
                <a:cs typeface="Arial"/>
              </a:rPr>
              <a:t> </a:t>
            </a:r>
            <a:r>
              <a:rPr sz="1700" b="1" i="1" dirty="0">
                <a:latin typeface="Arial"/>
                <a:cs typeface="Arial"/>
              </a:rPr>
              <a:t>≤</a:t>
            </a:r>
            <a:r>
              <a:rPr sz="1700" b="1" i="1" spc="175" dirty="0">
                <a:latin typeface="Arial"/>
                <a:cs typeface="Arial"/>
              </a:rPr>
              <a:t> </a:t>
            </a:r>
            <a:r>
              <a:rPr sz="1700" b="1" i="1" dirty="0">
                <a:latin typeface="Arial"/>
                <a:cs typeface="Arial"/>
              </a:rPr>
              <a:t>T</a:t>
            </a:r>
            <a:r>
              <a:rPr sz="1700" b="1" i="1" spc="175" dirty="0">
                <a:latin typeface="Arial"/>
                <a:cs typeface="Arial"/>
              </a:rPr>
              <a:t> </a:t>
            </a:r>
            <a:r>
              <a:rPr sz="1700" b="1" i="1" dirty="0">
                <a:latin typeface="Arial"/>
                <a:cs typeface="Arial"/>
              </a:rPr>
              <a:t>≤</a:t>
            </a:r>
            <a:r>
              <a:rPr sz="1700" b="1" i="1" spc="180" dirty="0">
                <a:latin typeface="Arial"/>
                <a:cs typeface="Arial"/>
              </a:rPr>
              <a:t> </a:t>
            </a:r>
            <a:r>
              <a:rPr sz="1700" b="1" i="1" spc="120" dirty="0">
                <a:latin typeface="Arial"/>
                <a:cs typeface="Arial"/>
              </a:rPr>
              <a:t>35°C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1700" b="1" i="1" spc="200" dirty="0">
                <a:latin typeface="Arial"/>
                <a:cs typeface="Arial"/>
              </a:rPr>
              <a:t>30%</a:t>
            </a:r>
            <a:r>
              <a:rPr sz="1700" b="1" i="1" spc="180" dirty="0">
                <a:latin typeface="Arial"/>
                <a:cs typeface="Arial"/>
              </a:rPr>
              <a:t> </a:t>
            </a:r>
            <a:r>
              <a:rPr sz="1700" b="1" i="1" dirty="0">
                <a:latin typeface="Arial"/>
                <a:cs typeface="Arial"/>
              </a:rPr>
              <a:t>≤</a:t>
            </a:r>
            <a:r>
              <a:rPr sz="1700" b="1" i="1" spc="180" dirty="0">
                <a:latin typeface="Arial"/>
                <a:cs typeface="Arial"/>
              </a:rPr>
              <a:t> </a:t>
            </a:r>
            <a:r>
              <a:rPr sz="1700" b="1" i="1" dirty="0">
                <a:latin typeface="Arial"/>
                <a:cs typeface="Arial"/>
              </a:rPr>
              <a:t>H</a:t>
            </a:r>
            <a:r>
              <a:rPr sz="1700" b="1" i="1" spc="180" dirty="0">
                <a:latin typeface="Arial"/>
                <a:cs typeface="Arial"/>
              </a:rPr>
              <a:t> </a:t>
            </a:r>
            <a:r>
              <a:rPr sz="1700" b="1" i="1" dirty="0">
                <a:latin typeface="Arial"/>
                <a:cs typeface="Arial"/>
              </a:rPr>
              <a:t>≤</a:t>
            </a:r>
            <a:r>
              <a:rPr sz="1700" b="1" i="1" spc="180" dirty="0">
                <a:latin typeface="Arial"/>
                <a:cs typeface="Arial"/>
              </a:rPr>
              <a:t> </a:t>
            </a:r>
            <a:r>
              <a:rPr sz="1700" b="1" i="1" spc="135" dirty="0">
                <a:latin typeface="Arial"/>
                <a:cs typeface="Arial"/>
              </a:rPr>
              <a:t>70%</a:t>
            </a:r>
            <a:endParaRPr sz="17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0341023" y="1458785"/>
            <a:ext cx="5607685" cy="4783455"/>
          </a:xfrm>
          <a:prstGeom prst="rect">
            <a:avLst/>
          </a:prstGeom>
        </p:spPr>
        <p:txBody>
          <a:bodyPr vert="horz" wrap="square" lIns="0" tIns="226695" rIns="0" bIns="0" rtlCol="0">
            <a:spAutoFit/>
          </a:bodyPr>
          <a:lstStyle/>
          <a:p>
            <a:pPr marL="254635">
              <a:lnSpc>
                <a:spcPct val="100000"/>
              </a:lnSpc>
              <a:spcBef>
                <a:spcPts val="1785"/>
              </a:spcBef>
            </a:pPr>
            <a:r>
              <a:rPr sz="2600" b="1" i="1" u="heavy" spc="4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Mathematical</a:t>
            </a:r>
            <a:r>
              <a:rPr sz="2600" b="1" i="1" u="heavy" spc="-9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600" b="1" i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&amp;</a:t>
            </a:r>
            <a:r>
              <a:rPr sz="2600" b="1" i="1" u="heavy" spc="-9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600" b="1" i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Simulation</a:t>
            </a:r>
            <a:r>
              <a:rPr sz="2600" b="1" i="1" u="heavy" spc="-9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600" b="1" i="1" u="heavy" spc="-7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Basics</a:t>
            </a:r>
            <a:endParaRPr sz="2600">
              <a:latin typeface="Arial"/>
              <a:cs typeface="Arial"/>
            </a:endParaRPr>
          </a:p>
          <a:p>
            <a:pPr marL="12700" marR="1444625" indent="291465">
              <a:lnSpc>
                <a:spcPct val="115100"/>
              </a:lnSpc>
              <a:spcBef>
                <a:spcPts val="890"/>
              </a:spcBef>
              <a:buClr>
                <a:srgbClr val="000000"/>
              </a:buClr>
              <a:buAutoNum type="arabicParenR"/>
              <a:tabLst>
                <a:tab pos="304165" algn="l"/>
              </a:tabLst>
            </a:pPr>
            <a:r>
              <a:rPr sz="1900" b="1" i="1" u="heavy" spc="114" dirty="0">
                <a:solidFill>
                  <a:srgbClr val="506FFF"/>
                </a:solidFill>
                <a:uFill>
                  <a:solidFill>
                    <a:srgbClr val="506FFF"/>
                  </a:solidFill>
                </a:uFill>
                <a:latin typeface="Arial"/>
                <a:cs typeface="Arial"/>
              </a:rPr>
              <a:t>Ultrasonic</a:t>
            </a:r>
            <a:r>
              <a:rPr sz="1900" b="1" i="1" u="heavy" spc="240" dirty="0">
                <a:solidFill>
                  <a:srgbClr val="506FFF"/>
                </a:solidFill>
                <a:uFill>
                  <a:solidFill>
                    <a:srgbClr val="506FFF"/>
                  </a:solidFill>
                </a:uFill>
                <a:latin typeface="Arial"/>
                <a:cs typeface="Arial"/>
              </a:rPr>
              <a:t> </a:t>
            </a:r>
            <a:r>
              <a:rPr sz="1900" b="1" i="1" u="heavy" spc="80" dirty="0">
                <a:solidFill>
                  <a:srgbClr val="506FFF"/>
                </a:solidFill>
                <a:uFill>
                  <a:solidFill>
                    <a:srgbClr val="506FFF"/>
                  </a:solidFill>
                </a:uFill>
                <a:latin typeface="Arial"/>
                <a:cs typeface="Arial"/>
              </a:rPr>
              <a:t>Sensor</a:t>
            </a:r>
            <a:r>
              <a:rPr sz="1900" b="1" i="1" u="heavy" spc="240" dirty="0">
                <a:solidFill>
                  <a:srgbClr val="506FFF"/>
                </a:solidFill>
                <a:uFill>
                  <a:solidFill>
                    <a:srgbClr val="506FFF"/>
                  </a:solidFill>
                </a:uFill>
                <a:latin typeface="Arial"/>
                <a:cs typeface="Arial"/>
              </a:rPr>
              <a:t> </a:t>
            </a:r>
            <a:r>
              <a:rPr sz="1900" b="1" i="1" spc="120" dirty="0">
                <a:solidFill>
                  <a:srgbClr val="506FFF"/>
                </a:solidFill>
                <a:latin typeface="Arial"/>
                <a:cs typeface="Arial"/>
              </a:rPr>
              <a:t>(</a:t>
            </a:r>
            <a:r>
              <a:rPr sz="1900" b="1" i="1" u="heavy" spc="-365" dirty="0">
                <a:solidFill>
                  <a:srgbClr val="506FFF"/>
                </a:solidFill>
                <a:uFill>
                  <a:solidFill>
                    <a:srgbClr val="506FFF"/>
                  </a:solidFill>
                </a:uFill>
                <a:latin typeface="Arial"/>
                <a:cs typeface="Arial"/>
              </a:rPr>
              <a:t> </a:t>
            </a:r>
            <a:r>
              <a:rPr sz="1900" b="1" i="1" u="heavy" spc="245" dirty="0">
                <a:solidFill>
                  <a:srgbClr val="506FFF"/>
                </a:solidFill>
                <a:uFill>
                  <a:solidFill>
                    <a:srgbClr val="506FFF"/>
                  </a:solidFill>
                </a:uFill>
                <a:latin typeface="Arial"/>
                <a:cs typeface="Arial"/>
              </a:rPr>
              <a:t>HC-</a:t>
            </a:r>
            <a:r>
              <a:rPr sz="1900" b="1" i="1" u="heavy" spc="140" dirty="0">
                <a:solidFill>
                  <a:srgbClr val="506FFF"/>
                </a:solidFill>
                <a:uFill>
                  <a:solidFill>
                    <a:srgbClr val="506FFF"/>
                  </a:solidFill>
                </a:uFill>
                <a:latin typeface="Arial"/>
                <a:cs typeface="Arial"/>
              </a:rPr>
              <a:t>SR04</a:t>
            </a:r>
            <a:r>
              <a:rPr sz="1900" b="1" i="1" spc="140" dirty="0">
                <a:solidFill>
                  <a:srgbClr val="506FFF"/>
                </a:solidFill>
                <a:latin typeface="Arial"/>
                <a:cs typeface="Arial"/>
              </a:rPr>
              <a:t>) </a:t>
            </a:r>
            <a:r>
              <a:rPr sz="1900" b="1" i="1" spc="130" dirty="0">
                <a:latin typeface="Arial"/>
                <a:cs typeface="Arial"/>
              </a:rPr>
              <a:t>Distance</a:t>
            </a:r>
            <a:r>
              <a:rPr sz="1900" b="1" i="1" spc="190" dirty="0">
                <a:latin typeface="Arial"/>
                <a:cs typeface="Arial"/>
              </a:rPr>
              <a:t> </a:t>
            </a:r>
            <a:r>
              <a:rPr sz="1900" b="1" i="1" dirty="0">
                <a:latin typeface="Arial"/>
                <a:cs typeface="Arial"/>
              </a:rPr>
              <a:t>=</a:t>
            </a:r>
            <a:r>
              <a:rPr sz="1900" b="1" i="1" spc="190" dirty="0">
                <a:latin typeface="Arial"/>
                <a:cs typeface="Arial"/>
              </a:rPr>
              <a:t> </a:t>
            </a:r>
            <a:r>
              <a:rPr sz="1900" b="1" i="1" spc="140" dirty="0">
                <a:latin typeface="Arial"/>
                <a:cs typeface="Arial"/>
              </a:rPr>
              <a:t>(Time</a:t>
            </a:r>
            <a:r>
              <a:rPr sz="1900" b="1" i="1" spc="195" dirty="0">
                <a:latin typeface="Arial"/>
                <a:cs typeface="Arial"/>
              </a:rPr>
              <a:t> </a:t>
            </a:r>
            <a:r>
              <a:rPr sz="1900" b="1" i="1" dirty="0">
                <a:latin typeface="Arial"/>
                <a:cs typeface="Arial"/>
              </a:rPr>
              <a:t>×</a:t>
            </a:r>
            <a:r>
              <a:rPr sz="1900" b="1" i="1" spc="190" dirty="0">
                <a:latin typeface="Arial"/>
                <a:cs typeface="Arial"/>
              </a:rPr>
              <a:t> </a:t>
            </a:r>
            <a:r>
              <a:rPr sz="1900" b="1" i="1" spc="195" dirty="0">
                <a:latin typeface="Arial"/>
                <a:cs typeface="Arial"/>
              </a:rPr>
              <a:t>343) </a:t>
            </a:r>
            <a:r>
              <a:rPr sz="1900" b="1" i="1" spc="270" dirty="0">
                <a:latin typeface="Arial"/>
                <a:cs typeface="Arial"/>
              </a:rPr>
              <a:t>/</a:t>
            </a:r>
            <a:r>
              <a:rPr sz="1900" b="1" i="1" spc="190" dirty="0">
                <a:latin typeface="Arial"/>
                <a:cs typeface="Arial"/>
              </a:rPr>
              <a:t> </a:t>
            </a:r>
            <a:r>
              <a:rPr sz="1900" b="1" i="1" spc="-50" dirty="0">
                <a:latin typeface="Arial"/>
                <a:cs typeface="Arial"/>
              </a:rPr>
              <a:t>2</a:t>
            </a:r>
            <a:endParaRPr sz="1900">
              <a:latin typeface="Arial"/>
              <a:cs typeface="Arial"/>
            </a:endParaRPr>
          </a:p>
          <a:p>
            <a:pPr marL="12700" marR="1312545">
              <a:lnSpc>
                <a:spcPct val="115100"/>
              </a:lnSpc>
            </a:pPr>
            <a:r>
              <a:rPr sz="1900" b="1" i="1" dirty="0">
                <a:latin typeface="Arial"/>
                <a:cs typeface="Arial"/>
              </a:rPr>
              <a:t>Fill</a:t>
            </a:r>
            <a:r>
              <a:rPr sz="1900" b="1" i="1" spc="250" dirty="0">
                <a:latin typeface="Arial"/>
                <a:cs typeface="Arial"/>
              </a:rPr>
              <a:t> </a:t>
            </a:r>
            <a:r>
              <a:rPr sz="1900" b="1" i="1" spc="70" dirty="0">
                <a:latin typeface="Arial"/>
                <a:cs typeface="Arial"/>
              </a:rPr>
              <a:t>Level</a:t>
            </a:r>
            <a:r>
              <a:rPr sz="1900" b="1" i="1" spc="250" dirty="0">
                <a:latin typeface="Arial"/>
                <a:cs typeface="Arial"/>
              </a:rPr>
              <a:t> </a:t>
            </a:r>
            <a:r>
              <a:rPr sz="1900" b="1" i="1" dirty="0">
                <a:latin typeface="Arial"/>
                <a:cs typeface="Arial"/>
              </a:rPr>
              <a:t>=</a:t>
            </a:r>
            <a:r>
              <a:rPr sz="1900" b="1" i="1" spc="250" dirty="0">
                <a:latin typeface="Arial"/>
                <a:cs typeface="Arial"/>
              </a:rPr>
              <a:t> </a:t>
            </a:r>
            <a:r>
              <a:rPr sz="1900" b="1" i="1" dirty="0">
                <a:latin typeface="Arial"/>
                <a:cs typeface="Arial"/>
              </a:rPr>
              <a:t>Bin</a:t>
            </a:r>
            <a:r>
              <a:rPr sz="1900" b="1" i="1" spc="250" dirty="0">
                <a:latin typeface="Arial"/>
                <a:cs typeface="Arial"/>
              </a:rPr>
              <a:t> </a:t>
            </a:r>
            <a:r>
              <a:rPr sz="1900" b="1" i="1" spc="114" dirty="0">
                <a:latin typeface="Arial"/>
                <a:cs typeface="Arial"/>
              </a:rPr>
              <a:t>Height</a:t>
            </a:r>
            <a:r>
              <a:rPr sz="1900" b="1" i="1" spc="250" dirty="0">
                <a:latin typeface="Arial"/>
                <a:cs typeface="Arial"/>
              </a:rPr>
              <a:t> </a:t>
            </a:r>
            <a:r>
              <a:rPr sz="1900" b="1" i="1" spc="360" dirty="0">
                <a:latin typeface="Arial"/>
                <a:cs typeface="Arial"/>
              </a:rPr>
              <a:t>-</a:t>
            </a:r>
            <a:r>
              <a:rPr sz="1900" b="1" i="1" spc="254" dirty="0">
                <a:latin typeface="Arial"/>
                <a:cs typeface="Arial"/>
              </a:rPr>
              <a:t> </a:t>
            </a:r>
            <a:r>
              <a:rPr sz="1900" b="1" i="1" spc="120" dirty="0">
                <a:latin typeface="Arial"/>
                <a:cs typeface="Arial"/>
              </a:rPr>
              <a:t>Distance </a:t>
            </a:r>
            <a:r>
              <a:rPr sz="1900" b="1" i="1" dirty="0">
                <a:latin typeface="Arial"/>
                <a:cs typeface="Arial"/>
              </a:rPr>
              <a:t>Range:</a:t>
            </a:r>
            <a:r>
              <a:rPr sz="1900" b="1" i="1" spc="270" dirty="0">
                <a:latin typeface="Arial"/>
                <a:cs typeface="Arial"/>
              </a:rPr>
              <a:t> </a:t>
            </a:r>
            <a:r>
              <a:rPr sz="1900" b="1" i="1" spc="285" dirty="0">
                <a:latin typeface="Arial"/>
                <a:cs typeface="Arial"/>
              </a:rPr>
              <a:t>0</a:t>
            </a:r>
            <a:r>
              <a:rPr sz="1900" b="1" i="1" spc="270" dirty="0">
                <a:latin typeface="Arial"/>
                <a:cs typeface="Arial"/>
              </a:rPr>
              <a:t> </a:t>
            </a:r>
            <a:r>
              <a:rPr sz="1900" b="1" i="1" spc="130" dirty="0">
                <a:latin typeface="Arial"/>
                <a:cs typeface="Arial"/>
              </a:rPr>
              <a:t>cm</a:t>
            </a:r>
            <a:r>
              <a:rPr sz="1900" b="1" i="1" spc="275" dirty="0">
                <a:latin typeface="Arial"/>
                <a:cs typeface="Arial"/>
              </a:rPr>
              <a:t> </a:t>
            </a:r>
            <a:r>
              <a:rPr sz="1900" b="1" i="1" spc="170" dirty="0">
                <a:latin typeface="Arial"/>
                <a:cs typeface="Arial"/>
              </a:rPr>
              <a:t>–</a:t>
            </a:r>
            <a:r>
              <a:rPr sz="1900" b="1" i="1" spc="270" dirty="0">
                <a:latin typeface="Arial"/>
                <a:cs typeface="Arial"/>
              </a:rPr>
              <a:t> </a:t>
            </a:r>
            <a:r>
              <a:rPr sz="1900" b="1" i="1" spc="130" dirty="0">
                <a:latin typeface="Arial"/>
                <a:cs typeface="Arial"/>
              </a:rPr>
              <a:t>25</a:t>
            </a:r>
            <a:r>
              <a:rPr sz="1900" b="1" i="1" spc="275" dirty="0">
                <a:latin typeface="Arial"/>
                <a:cs typeface="Arial"/>
              </a:rPr>
              <a:t> </a:t>
            </a:r>
            <a:r>
              <a:rPr sz="1900" b="1" i="1" spc="105" dirty="0">
                <a:latin typeface="Arial"/>
                <a:cs typeface="Arial"/>
              </a:rPr>
              <a:t>cm</a:t>
            </a:r>
            <a:endParaRPr sz="1900">
              <a:latin typeface="Arial"/>
              <a:cs typeface="Arial"/>
            </a:endParaRPr>
          </a:p>
          <a:p>
            <a:pPr marL="12700" marR="1802130" indent="347345">
              <a:lnSpc>
                <a:spcPct val="115100"/>
              </a:lnSpc>
              <a:spcBef>
                <a:spcPts val="1805"/>
              </a:spcBef>
              <a:buClr>
                <a:srgbClr val="000000"/>
              </a:buClr>
              <a:buAutoNum type="arabicParenR" startAt="2"/>
              <a:tabLst>
                <a:tab pos="360045" algn="l"/>
              </a:tabLst>
            </a:pPr>
            <a:r>
              <a:rPr sz="1900" b="1" i="1" u="heavy" spc="65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DC</a:t>
            </a:r>
            <a:r>
              <a:rPr sz="1900" b="1" i="1" u="heavy" spc="229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 </a:t>
            </a:r>
            <a:r>
              <a:rPr sz="1900" b="1" i="1" u="heavy" spc="130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Motor</a:t>
            </a:r>
            <a:r>
              <a:rPr sz="1900" b="1" i="1" u="heavy" spc="229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 </a:t>
            </a:r>
            <a:r>
              <a:rPr sz="1900" b="1" i="1" spc="120" dirty="0">
                <a:solidFill>
                  <a:srgbClr val="1700AC"/>
                </a:solidFill>
                <a:latin typeface="Arial"/>
                <a:cs typeface="Arial"/>
              </a:rPr>
              <a:t>(</a:t>
            </a:r>
            <a:r>
              <a:rPr sz="1900" b="1" i="1" u="heavy" spc="120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Car</a:t>
            </a:r>
            <a:r>
              <a:rPr sz="1900" b="1" i="1" u="heavy" spc="235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 </a:t>
            </a:r>
            <a:r>
              <a:rPr sz="1900" b="1" i="1" u="heavy" spc="145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Movement</a:t>
            </a:r>
            <a:r>
              <a:rPr sz="1900" b="1" i="1" spc="145" dirty="0">
                <a:solidFill>
                  <a:srgbClr val="1700AC"/>
                </a:solidFill>
                <a:latin typeface="Arial"/>
                <a:cs typeface="Arial"/>
              </a:rPr>
              <a:t>) </a:t>
            </a:r>
            <a:r>
              <a:rPr sz="1900" b="1" i="1" spc="80" dirty="0">
                <a:latin typeface="Arial"/>
                <a:cs typeface="Arial"/>
              </a:rPr>
              <a:t>Forward:</a:t>
            </a:r>
            <a:r>
              <a:rPr sz="1900" b="1" i="1" spc="120" dirty="0">
                <a:latin typeface="Arial"/>
                <a:cs typeface="Arial"/>
              </a:rPr>
              <a:t> </a:t>
            </a:r>
            <a:r>
              <a:rPr sz="1900" b="1" i="1" dirty="0">
                <a:latin typeface="Arial"/>
                <a:cs typeface="Arial"/>
              </a:rPr>
              <a:t>M1</a:t>
            </a:r>
            <a:r>
              <a:rPr sz="1900" b="1" i="1" spc="125" dirty="0">
                <a:latin typeface="Arial"/>
                <a:cs typeface="Arial"/>
              </a:rPr>
              <a:t> </a:t>
            </a:r>
            <a:r>
              <a:rPr sz="1900" b="1" i="1" dirty="0">
                <a:latin typeface="Arial"/>
                <a:cs typeface="Arial"/>
              </a:rPr>
              <a:t>=</a:t>
            </a:r>
            <a:r>
              <a:rPr sz="1900" b="1" i="1" spc="125" dirty="0">
                <a:latin typeface="Arial"/>
                <a:cs typeface="Arial"/>
              </a:rPr>
              <a:t> </a:t>
            </a:r>
            <a:r>
              <a:rPr sz="1900" b="1" i="1" spc="-65" dirty="0">
                <a:latin typeface="Arial"/>
                <a:cs typeface="Arial"/>
              </a:rPr>
              <a:t>1,</a:t>
            </a:r>
            <a:r>
              <a:rPr sz="1900" b="1" i="1" spc="125" dirty="0">
                <a:latin typeface="Arial"/>
                <a:cs typeface="Arial"/>
              </a:rPr>
              <a:t> </a:t>
            </a:r>
            <a:r>
              <a:rPr sz="1900" b="1" i="1" spc="120" dirty="0">
                <a:latin typeface="Arial"/>
                <a:cs typeface="Arial"/>
              </a:rPr>
              <a:t>M2</a:t>
            </a:r>
            <a:r>
              <a:rPr sz="1900" b="1" i="1" spc="125" dirty="0">
                <a:latin typeface="Arial"/>
                <a:cs typeface="Arial"/>
              </a:rPr>
              <a:t> </a:t>
            </a:r>
            <a:r>
              <a:rPr sz="1900" b="1" i="1" dirty="0">
                <a:latin typeface="Arial"/>
                <a:cs typeface="Arial"/>
              </a:rPr>
              <a:t>=</a:t>
            </a:r>
            <a:r>
              <a:rPr sz="1900" b="1" i="1" spc="125" dirty="0">
                <a:latin typeface="Arial"/>
                <a:cs typeface="Arial"/>
              </a:rPr>
              <a:t> </a:t>
            </a:r>
            <a:r>
              <a:rPr sz="1900" b="1" i="1" spc="235" dirty="0">
                <a:latin typeface="Arial"/>
                <a:cs typeface="Arial"/>
              </a:rPr>
              <a:t>0</a:t>
            </a:r>
            <a:endParaRPr sz="1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900" b="1" i="1" spc="100" dirty="0">
                <a:latin typeface="Arial"/>
                <a:cs typeface="Arial"/>
              </a:rPr>
              <a:t>Backward:</a:t>
            </a:r>
            <a:r>
              <a:rPr sz="1900" b="1" i="1" spc="165" dirty="0">
                <a:latin typeface="Arial"/>
                <a:cs typeface="Arial"/>
              </a:rPr>
              <a:t> </a:t>
            </a:r>
            <a:r>
              <a:rPr sz="1900" b="1" i="1" dirty="0">
                <a:latin typeface="Arial"/>
                <a:cs typeface="Arial"/>
              </a:rPr>
              <a:t>M1</a:t>
            </a:r>
            <a:r>
              <a:rPr sz="1900" b="1" i="1" spc="170" dirty="0">
                <a:latin typeface="Arial"/>
                <a:cs typeface="Arial"/>
              </a:rPr>
              <a:t> </a:t>
            </a:r>
            <a:r>
              <a:rPr sz="1900" b="1" i="1" dirty="0">
                <a:latin typeface="Arial"/>
                <a:cs typeface="Arial"/>
              </a:rPr>
              <a:t>=</a:t>
            </a:r>
            <a:r>
              <a:rPr sz="1900" b="1" i="1" spc="165" dirty="0">
                <a:latin typeface="Arial"/>
                <a:cs typeface="Arial"/>
              </a:rPr>
              <a:t> </a:t>
            </a:r>
            <a:r>
              <a:rPr sz="1900" b="1" i="1" spc="160" dirty="0">
                <a:latin typeface="Arial"/>
                <a:cs typeface="Arial"/>
              </a:rPr>
              <a:t>0,</a:t>
            </a:r>
            <a:r>
              <a:rPr sz="1900" b="1" i="1" spc="170" dirty="0">
                <a:latin typeface="Arial"/>
                <a:cs typeface="Arial"/>
              </a:rPr>
              <a:t> </a:t>
            </a:r>
            <a:r>
              <a:rPr sz="1900" b="1" i="1" spc="120" dirty="0">
                <a:latin typeface="Arial"/>
                <a:cs typeface="Arial"/>
              </a:rPr>
              <a:t>M2</a:t>
            </a:r>
            <a:r>
              <a:rPr sz="1900" b="1" i="1" spc="165" dirty="0">
                <a:latin typeface="Arial"/>
                <a:cs typeface="Arial"/>
              </a:rPr>
              <a:t> </a:t>
            </a:r>
            <a:r>
              <a:rPr sz="1900" b="1" i="1" dirty="0">
                <a:latin typeface="Arial"/>
                <a:cs typeface="Arial"/>
              </a:rPr>
              <a:t>=</a:t>
            </a:r>
            <a:r>
              <a:rPr sz="1900" b="1" i="1" spc="170" dirty="0">
                <a:latin typeface="Arial"/>
                <a:cs typeface="Arial"/>
              </a:rPr>
              <a:t> </a:t>
            </a:r>
            <a:r>
              <a:rPr sz="1900" b="1" i="1" spc="-465" dirty="0">
                <a:latin typeface="Arial"/>
                <a:cs typeface="Arial"/>
              </a:rPr>
              <a:t>1</a:t>
            </a:r>
            <a:endParaRPr sz="1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900" b="1" i="1" spc="125" dirty="0">
                <a:latin typeface="Arial"/>
                <a:cs typeface="Arial"/>
              </a:rPr>
              <a:t>Speed</a:t>
            </a:r>
            <a:r>
              <a:rPr sz="1900" b="1" i="1" spc="229" dirty="0">
                <a:latin typeface="Arial"/>
                <a:cs typeface="Arial"/>
              </a:rPr>
              <a:t> </a:t>
            </a:r>
            <a:r>
              <a:rPr sz="800" b="1" spc="1240" dirty="0">
                <a:latin typeface="Malgun Gothic"/>
                <a:cs typeface="Malgun Gothic"/>
              </a:rPr>
              <a:t>∝</a:t>
            </a:r>
            <a:r>
              <a:rPr sz="800" b="1" spc="490" dirty="0">
                <a:latin typeface="Malgun Gothic"/>
                <a:cs typeface="Malgun Gothic"/>
              </a:rPr>
              <a:t> </a:t>
            </a:r>
            <a:r>
              <a:rPr sz="1900" b="1" i="1" spc="114" dirty="0">
                <a:latin typeface="Arial"/>
                <a:cs typeface="Arial"/>
              </a:rPr>
              <a:t>PWM</a:t>
            </a:r>
            <a:r>
              <a:rPr sz="1900" b="1" i="1" spc="229" dirty="0">
                <a:latin typeface="Arial"/>
                <a:cs typeface="Arial"/>
              </a:rPr>
              <a:t> </a:t>
            </a:r>
            <a:r>
              <a:rPr sz="1900" b="1" i="1" spc="135" dirty="0">
                <a:latin typeface="Arial"/>
                <a:cs typeface="Arial"/>
              </a:rPr>
              <a:t>Duty</a:t>
            </a:r>
            <a:r>
              <a:rPr sz="1900" b="1" i="1" spc="229" dirty="0">
                <a:latin typeface="Arial"/>
                <a:cs typeface="Arial"/>
              </a:rPr>
              <a:t> </a:t>
            </a:r>
            <a:r>
              <a:rPr sz="1900" b="1" i="1" spc="120" dirty="0">
                <a:latin typeface="Arial"/>
                <a:cs typeface="Arial"/>
              </a:rPr>
              <a:t>Cycle</a:t>
            </a:r>
            <a:endParaRPr sz="1900">
              <a:latin typeface="Arial"/>
              <a:cs typeface="Arial"/>
            </a:endParaRPr>
          </a:p>
          <a:p>
            <a:pPr marL="12700" marR="2035175" indent="-7620">
              <a:lnSpc>
                <a:spcPct val="117600"/>
              </a:lnSpc>
              <a:spcBef>
                <a:spcPts val="1760"/>
              </a:spcBef>
              <a:buClr>
                <a:srgbClr val="000000"/>
              </a:buClr>
              <a:buFont typeface="Arial"/>
              <a:buAutoNum type="arabicParenR" startAt="3"/>
              <a:tabLst>
                <a:tab pos="210185" algn="l"/>
              </a:tabLst>
            </a:pPr>
            <a:r>
              <a:rPr sz="1700" u="heavy" spc="-15" dirty="0">
                <a:solidFill>
                  <a:srgbClr val="1700AC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700" u="heavy" spc="145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700" b="1" i="1" u="heavy" spc="100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Servo</a:t>
            </a:r>
            <a:r>
              <a:rPr sz="1700" b="1" i="1" u="heavy" spc="225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 </a:t>
            </a:r>
            <a:r>
              <a:rPr sz="1700" b="1" i="1" u="heavy" spc="145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Motor</a:t>
            </a:r>
            <a:r>
              <a:rPr sz="1700" b="1" i="1" u="heavy" spc="220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 </a:t>
            </a:r>
            <a:r>
              <a:rPr sz="1700" b="1" i="1" spc="125" dirty="0">
                <a:solidFill>
                  <a:srgbClr val="1700AC"/>
                </a:solidFill>
                <a:latin typeface="Arial"/>
                <a:cs typeface="Arial"/>
              </a:rPr>
              <a:t>(</a:t>
            </a:r>
            <a:r>
              <a:rPr sz="1700" b="1" i="1" u="heavy" spc="-370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 </a:t>
            </a:r>
            <a:r>
              <a:rPr sz="1700" b="1" i="1" u="heavy" spc="114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Robotic</a:t>
            </a:r>
            <a:r>
              <a:rPr sz="1700" b="1" i="1" u="heavy" spc="220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 </a:t>
            </a:r>
            <a:r>
              <a:rPr sz="1700" b="1" i="1" u="heavy" spc="130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Arm</a:t>
            </a:r>
            <a:r>
              <a:rPr sz="1700" b="1" i="1" spc="130" dirty="0">
                <a:solidFill>
                  <a:srgbClr val="1700AC"/>
                </a:solidFill>
                <a:latin typeface="Arial"/>
                <a:cs typeface="Arial"/>
              </a:rPr>
              <a:t>) </a:t>
            </a:r>
            <a:r>
              <a:rPr sz="1700" b="1" i="1" spc="180" dirty="0">
                <a:latin typeface="Arial"/>
                <a:cs typeface="Arial"/>
              </a:rPr>
              <a:t>0°</a:t>
            </a:r>
            <a:r>
              <a:rPr sz="1700" b="1" i="1" spc="175" dirty="0">
                <a:latin typeface="Arial"/>
                <a:cs typeface="Arial"/>
              </a:rPr>
              <a:t> </a:t>
            </a:r>
            <a:r>
              <a:rPr sz="1700" b="1" i="1" dirty="0">
                <a:latin typeface="Arial"/>
                <a:cs typeface="Arial"/>
              </a:rPr>
              <a:t>≤</a:t>
            </a:r>
            <a:r>
              <a:rPr sz="1700" b="1" i="1" spc="180" dirty="0">
                <a:latin typeface="Arial"/>
                <a:cs typeface="Arial"/>
              </a:rPr>
              <a:t> </a:t>
            </a:r>
            <a:r>
              <a:rPr sz="1700" b="1" i="1" spc="65" dirty="0">
                <a:latin typeface="Arial"/>
                <a:cs typeface="Arial"/>
              </a:rPr>
              <a:t>θ</a:t>
            </a:r>
            <a:r>
              <a:rPr sz="1700" b="1" i="1" spc="180" dirty="0">
                <a:latin typeface="Arial"/>
                <a:cs typeface="Arial"/>
              </a:rPr>
              <a:t> </a:t>
            </a:r>
            <a:r>
              <a:rPr sz="1700" b="1" i="1" dirty="0">
                <a:latin typeface="Arial"/>
                <a:cs typeface="Arial"/>
              </a:rPr>
              <a:t>≤</a:t>
            </a:r>
            <a:r>
              <a:rPr sz="1700" b="1" i="1" spc="180" dirty="0">
                <a:latin typeface="Arial"/>
                <a:cs typeface="Arial"/>
              </a:rPr>
              <a:t> </a:t>
            </a:r>
            <a:r>
              <a:rPr sz="1700" b="1" i="1" spc="75" dirty="0">
                <a:latin typeface="Arial"/>
                <a:cs typeface="Arial"/>
              </a:rPr>
              <a:t>180°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1700" b="1" i="1" spc="95" dirty="0">
                <a:latin typeface="Arial"/>
                <a:cs typeface="Arial"/>
              </a:rPr>
              <a:t>Angle</a:t>
            </a:r>
            <a:r>
              <a:rPr sz="1700" b="1" i="1" spc="235" dirty="0">
                <a:latin typeface="Arial"/>
                <a:cs typeface="Arial"/>
              </a:rPr>
              <a:t> </a:t>
            </a:r>
            <a:r>
              <a:rPr sz="1700" b="1" i="1" dirty="0">
                <a:latin typeface="Arial"/>
                <a:cs typeface="Arial"/>
              </a:rPr>
              <a:t>=</a:t>
            </a:r>
            <a:r>
              <a:rPr sz="1700" b="1" i="1" spc="240" dirty="0">
                <a:latin typeface="Arial"/>
                <a:cs typeface="Arial"/>
              </a:rPr>
              <a:t> </a:t>
            </a:r>
            <a:r>
              <a:rPr sz="1700" b="1" i="1" spc="130" dirty="0">
                <a:latin typeface="Arial"/>
                <a:cs typeface="Arial"/>
              </a:rPr>
              <a:t>((Pulse</a:t>
            </a:r>
            <a:r>
              <a:rPr sz="1700" b="1" i="1" spc="240" dirty="0">
                <a:latin typeface="Arial"/>
                <a:cs typeface="Arial"/>
              </a:rPr>
              <a:t> </a:t>
            </a:r>
            <a:r>
              <a:rPr sz="1700" b="1" i="1" spc="170" dirty="0">
                <a:latin typeface="Arial"/>
                <a:cs typeface="Arial"/>
              </a:rPr>
              <a:t>Width</a:t>
            </a:r>
            <a:r>
              <a:rPr sz="1700" b="1" i="1" spc="240" dirty="0">
                <a:latin typeface="Arial"/>
                <a:cs typeface="Arial"/>
              </a:rPr>
              <a:t> </a:t>
            </a:r>
            <a:r>
              <a:rPr sz="1700" b="1" i="1" spc="345" dirty="0">
                <a:latin typeface="Arial"/>
                <a:cs typeface="Arial"/>
              </a:rPr>
              <a:t>-</a:t>
            </a:r>
            <a:r>
              <a:rPr sz="1700" b="1" i="1" spc="240" dirty="0">
                <a:latin typeface="Arial"/>
                <a:cs typeface="Arial"/>
              </a:rPr>
              <a:t> </a:t>
            </a:r>
            <a:r>
              <a:rPr sz="1700" b="1" i="1" dirty="0">
                <a:latin typeface="Arial"/>
                <a:cs typeface="Arial"/>
              </a:rPr>
              <a:t>1ms)</a:t>
            </a:r>
            <a:r>
              <a:rPr sz="1700" b="1" i="1" spc="240" dirty="0">
                <a:latin typeface="Arial"/>
                <a:cs typeface="Arial"/>
              </a:rPr>
              <a:t> </a:t>
            </a:r>
            <a:r>
              <a:rPr sz="1700" b="1" i="1" spc="254" dirty="0">
                <a:latin typeface="Arial"/>
                <a:cs typeface="Arial"/>
              </a:rPr>
              <a:t>/</a:t>
            </a:r>
            <a:r>
              <a:rPr sz="1700" b="1" i="1" spc="240" dirty="0">
                <a:latin typeface="Arial"/>
                <a:cs typeface="Arial"/>
              </a:rPr>
              <a:t> </a:t>
            </a:r>
            <a:r>
              <a:rPr sz="1700" b="1" i="1" dirty="0">
                <a:latin typeface="Arial"/>
                <a:cs typeface="Arial"/>
              </a:rPr>
              <a:t>1ms)</a:t>
            </a:r>
            <a:r>
              <a:rPr sz="1700" b="1" i="1" spc="240" dirty="0">
                <a:latin typeface="Arial"/>
                <a:cs typeface="Arial"/>
              </a:rPr>
              <a:t> </a:t>
            </a:r>
            <a:r>
              <a:rPr sz="1700" b="1" i="1" dirty="0">
                <a:latin typeface="Arial"/>
                <a:cs typeface="Arial"/>
              </a:rPr>
              <a:t>×</a:t>
            </a:r>
            <a:r>
              <a:rPr sz="1700" b="1" i="1" spc="240" dirty="0">
                <a:latin typeface="Arial"/>
                <a:cs typeface="Arial"/>
              </a:rPr>
              <a:t> </a:t>
            </a:r>
            <a:r>
              <a:rPr sz="1700" b="1" i="1" spc="75" dirty="0">
                <a:latin typeface="Arial"/>
                <a:cs typeface="Arial"/>
              </a:rPr>
              <a:t>180°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9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9" y="0"/>
                </a:lnTo>
                <a:lnTo>
                  <a:pt x="18287999" y="10286999"/>
                </a:lnTo>
                <a:close/>
              </a:path>
            </a:pathLst>
          </a:custGeom>
          <a:solidFill>
            <a:srgbClr val="FFF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6913897" y="9002414"/>
            <a:ext cx="1374140" cy="1284605"/>
          </a:xfrm>
          <a:custGeom>
            <a:avLst/>
            <a:gdLst/>
            <a:ahLst/>
            <a:cxnLst/>
            <a:rect l="l" t="t" r="r" b="b"/>
            <a:pathLst>
              <a:path w="1374140" h="1284604">
                <a:moveTo>
                  <a:pt x="1374102" y="1284585"/>
                </a:moveTo>
                <a:lnTo>
                  <a:pt x="102383" y="1284585"/>
                </a:lnTo>
                <a:lnTo>
                  <a:pt x="97569" y="1275859"/>
                </a:lnTo>
                <a:lnTo>
                  <a:pt x="77803" y="1235172"/>
                </a:lnTo>
                <a:lnTo>
                  <a:pt x="60112" y="1193342"/>
                </a:lnTo>
                <a:lnTo>
                  <a:pt x="44564" y="1150437"/>
                </a:lnTo>
                <a:lnTo>
                  <a:pt x="31225" y="1106522"/>
                </a:lnTo>
                <a:lnTo>
                  <a:pt x="20161" y="1061664"/>
                </a:lnTo>
                <a:lnTo>
                  <a:pt x="11441" y="1015931"/>
                </a:lnTo>
                <a:lnTo>
                  <a:pt x="5129" y="969388"/>
                </a:lnTo>
                <a:lnTo>
                  <a:pt x="1293" y="922102"/>
                </a:lnTo>
                <a:lnTo>
                  <a:pt x="0" y="874141"/>
                </a:lnTo>
                <a:lnTo>
                  <a:pt x="1293" y="826179"/>
                </a:lnTo>
                <a:lnTo>
                  <a:pt x="5129" y="778893"/>
                </a:lnTo>
                <a:lnTo>
                  <a:pt x="11441" y="732350"/>
                </a:lnTo>
                <a:lnTo>
                  <a:pt x="20161" y="686617"/>
                </a:lnTo>
                <a:lnTo>
                  <a:pt x="31225" y="641759"/>
                </a:lnTo>
                <a:lnTo>
                  <a:pt x="44564" y="597844"/>
                </a:lnTo>
                <a:lnTo>
                  <a:pt x="60112" y="554939"/>
                </a:lnTo>
                <a:lnTo>
                  <a:pt x="77803" y="513109"/>
                </a:lnTo>
                <a:lnTo>
                  <a:pt x="97569" y="472423"/>
                </a:lnTo>
                <a:lnTo>
                  <a:pt x="119345" y="432945"/>
                </a:lnTo>
                <a:lnTo>
                  <a:pt x="143064" y="394743"/>
                </a:lnTo>
                <a:lnTo>
                  <a:pt x="168658" y="357884"/>
                </a:lnTo>
                <a:lnTo>
                  <a:pt x="196061" y="322435"/>
                </a:lnTo>
                <a:lnTo>
                  <a:pt x="225207" y="288461"/>
                </a:lnTo>
                <a:lnTo>
                  <a:pt x="256029" y="256030"/>
                </a:lnTo>
                <a:lnTo>
                  <a:pt x="288460" y="225208"/>
                </a:lnTo>
                <a:lnTo>
                  <a:pt x="322434" y="196062"/>
                </a:lnTo>
                <a:lnTo>
                  <a:pt x="357884" y="168658"/>
                </a:lnTo>
                <a:lnTo>
                  <a:pt x="394743" y="143064"/>
                </a:lnTo>
                <a:lnTo>
                  <a:pt x="432944" y="119345"/>
                </a:lnTo>
                <a:lnTo>
                  <a:pt x="472422" y="97570"/>
                </a:lnTo>
                <a:lnTo>
                  <a:pt x="513109" y="77803"/>
                </a:lnTo>
                <a:lnTo>
                  <a:pt x="554938" y="60112"/>
                </a:lnTo>
                <a:lnTo>
                  <a:pt x="597844" y="44564"/>
                </a:lnTo>
                <a:lnTo>
                  <a:pt x="641759" y="31225"/>
                </a:lnTo>
                <a:lnTo>
                  <a:pt x="686616" y="20161"/>
                </a:lnTo>
                <a:lnTo>
                  <a:pt x="732350" y="11441"/>
                </a:lnTo>
                <a:lnTo>
                  <a:pt x="778893" y="5129"/>
                </a:lnTo>
                <a:lnTo>
                  <a:pt x="826178" y="1293"/>
                </a:lnTo>
                <a:lnTo>
                  <a:pt x="874140" y="0"/>
                </a:lnTo>
                <a:lnTo>
                  <a:pt x="922102" y="1293"/>
                </a:lnTo>
                <a:lnTo>
                  <a:pt x="969387" y="5129"/>
                </a:lnTo>
                <a:lnTo>
                  <a:pt x="1015931" y="11441"/>
                </a:lnTo>
                <a:lnTo>
                  <a:pt x="1061664" y="20161"/>
                </a:lnTo>
                <a:lnTo>
                  <a:pt x="1106522" y="31225"/>
                </a:lnTo>
                <a:lnTo>
                  <a:pt x="1150437" y="44564"/>
                </a:lnTo>
                <a:lnTo>
                  <a:pt x="1193342" y="60112"/>
                </a:lnTo>
                <a:lnTo>
                  <a:pt x="1235172" y="77803"/>
                </a:lnTo>
                <a:lnTo>
                  <a:pt x="1275859" y="97570"/>
                </a:lnTo>
                <a:lnTo>
                  <a:pt x="1315337" y="119345"/>
                </a:lnTo>
                <a:lnTo>
                  <a:pt x="1353538" y="143064"/>
                </a:lnTo>
                <a:lnTo>
                  <a:pt x="1374102" y="157343"/>
                </a:lnTo>
                <a:lnTo>
                  <a:pt x="1374102" y="1284585"/>
                </a:lnTo>
                <a:close/>
              </a:path>
            </a:pathLst>
          </a:custGeom>
          <a:solidFill>
            <a:srgbClr val="404A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1345565" cy="1284605"/>
          </a:xfrm>
          <a:custGeom>
            <a:avLst/>
            <a:gdLst/>
            <a:ahLst/>
            <a:cxnLst/>
            <a:rect l="l" t="t" r="r" b="b"/>
            <a:pathLst>
              <a:path w="1345565" h="1284605">
                <a:moveTo>
                  <a:pt x="471372" y="1284585"/>
                </a:moveTo>
                <a:lnTo>
                  <a:pt x="423410" y="1283291"/>
                </a:lnTo>
                <a:lnTo>
                  <a:pt x="376125" y="1279456"/>
                </a:lnTo>
                <a:lnTo>
                  <a:pt x="329582" y="1273144"/>
                </a:lnTo>
                <a:lnTo>
                  <a:pt x="283848" y="1264423"/>
                </a:lnTo>
                <a:lnTo>
                  <a:pt x="238991" y="1253360"/>
                </a:lnTo>
                <a:lnTo>
                  <a:pt x="195076" y="1240021"/>
                </a:lnTo>
                <a:lnTo>
                  <a:pt x="152170" y="1224472"/>
                </a:lnTo>
                <a:lnTo>
                  <a:pt x="110341" y="1206782"/>
                </a:lnTo>
                <a:lnTo>
                  <a:pt x="69654" y="1187015"/>
                </a:lnTo>
                <a:lnTo>
                  <a:pt x="30176" y="1165239"/>
                </a:lnTo>
                <a:lnTo>
                  <a:pt x="0" y="1146503"/>
                </a:lnTo>
                <a:lnTo>
                  <a:pt x="0" y="0"/>
                </a:lnTo>
                <a:lnTo>
                  <a:pt x="1243130" y="0"/>
                </a:lnTo>
                <a:lnTo>
                  <a:pt x="1247943" y="8726"/>
                </a:lnTo>
                <a:lnTo>
                  <a:pt x="1267710" y="49413"/>
                </a:lnTo>
                <a:lnTo>
                  <a:pt x="1285401" y="91242"/>
                </a:lnTo>
                <a:lnTo>
                  <a:pt x="1300949" y="134148"/>
                </a:lnTo>
                <a:lnTo>
                  <a:pt x="1314288" y="178062"/>
                </a:lnTo>
                <a:lnTo>
                  <a:pt x="1325351" y="222920"/>
                </a:lnTo>
                <a:lnTo>
                  <a:pt x="1334072" y="268654"/>
                </a:lnTo>
                <a:lnTo>
                  <a:pt x="1340384" y="315197"/>
                </a:lnTo>
                <a:lnTo>
                  <a:pt x="1344220" y="362482"/>
                </a:lnTo>
                <a:lnTo>
                  <a:pt x="1345513" y="410444"/>
                </a:lnTo>
                <a:lnTo>
                  <a:pt x="1344220" y="458405"/>
                </a:lnTo>
                <a:lnTo>
                  <a:pt x="1340384" y="505691"/>
                </a:lnTo>
                <a:lnTo>
                  <a:pt x="1334072" y="552234"/>
                </a:lnTo>
                <a:lnTo>
                  <a:pt x="1325351" y="597968"/>
                </a:lnTo>
                <a:lnTo>
                  <a:pt x="1314288" y="642825"/>
                </a:lnTo>
                <a:lnTo>
                  <a:pt x="1300949" y="686740"/>
                </a:lnTo>
                <a:lnTo>
                  <a:pt x="1285401" y="729646"/>
                </a:lnTo>
                <a:lnTo>
                  <a:pt x="1267710" y="771475"/>
                </a:lnTo>
                <a:lnTo>
                  <a:pt x="1247943" y="812162"/>
                </a:lnTo>
                <a:lnTo>
                  <a:pt x="1226167" y="851640"/>
                </a:lnTo>
                <a:lnTo>
                  <a:pt x="1202449" y="889841"/>
                </a:lnTo>
                <a:lnTo>
                  <a:pt x="1176855" y="926700"/>
                </a:lnTo>
                <a:lnTo>
                  <a:pt x="1149451" y="962150"/>
                </a:lnTo>
                <a:lnTo>
                  <a:pt x="1120305" y="996124"/>
                </a:lnTo>
                <a:lnTo>
                  <a:pt x="1089483" y="1028555"/>
                </a:lnTo>
                <a:lnTo>
                  <a:pt x="1057052" y="1059377"/>
                </a:lnTo>
                <a:lnTo>
                  <a:pt x="1023078" y="1088523"/>
                </a:lnTo>
                <a:lnTo>
                  <a:pt x="987629" y="1115926"/>
                </a:lnTo>
                <a:lnTo>
                  <a:pt x="950769" y="1141521"/>
                </a:lnTo>
                <a:lnTo>
                  <a:pt x="912568" y="1165239"/>
                </a:lnTo>
                <a:lnTo>
                  <a:pt x="873090" y="1187015"/>
                </a:lnTo>
                <a:lnTo>
                  <a:pt x="832403" y="1206782"/>
                </a:lnTo>
                <a:lnTo>
                  <a:pt x="790574" y="1224472"/>
                </a:lnTo>
                <a:lnTo>
                  <a:pt x="747668" y="1240021"/>
                </a:lnTo>
                <a:lnTo>
                  <a:pt x="703753" y="1253360"/>
                </a:lnTo>
                <a:lnTo>
                  <a:pt x="658896" y="1264423"/>
                </a:lnTo>
                <a:lnTo>
                  <a:pt x="613162" y="1273144"/>
                </a:lnTo>
                <a:lnTo>
                  <a:pt x="566619" y="1279456"/>
                </a:lnTo>
                <a:lnTo>
                  <a:pt x="519334" y="1283291"/>
                </a:lnTo>
                <a:lnTo>
                  <a:pt x="471372" y="1284585"/>
                </a:lnTo>
                <a:close/>
              </a:path>
            </a:pathLst>
          </a:custGeom>
          <a:solidFill>
            <a:srgbClr val="404A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9116921"/>
            <a:ext cx="1229995" cy="1170305"/>
          </a:xfrm>
          <a:custGeom>
            <a:avLst/>
            <a:gdLst/>
            <a:ahLst/>
            <a:cxnLst/>
            <a:rect l="l" t="t" r="r" b="b"/>
            <a:pathLst>
              <a:path w="1229995" h="1170304">
                <a:moveTo>
                  <a:pt x="1177772" y="1170078"/>
                </a:moveTo>
                <a:lnTo>
                  <a:pt x="0" y="1170078"/>
                </a:lnTo>
                <a:lnTo>
                  <a:pt x="0" y="75385"/>
                </a:lnTo>
                <a:lnTo>
                  <a:pt x="36111" y="60112"/>
                </a:lnTo>
                <a:lnTo>
                  <a:pt x="79016" y="44564"/>
                </a:lnTo>
                <a:lnTo>
                  <a:pt x="122931" y="31225"/>
                </a:lnTo>
                <a:lnTo>
                  <a:pt x="167789" y="20161"/>
                </a:lnTo>
                <a:lnTo>
                  <a:pt x="213522" y="11441"/>
                </a:lnTo>
                <a:lnTo>
                  <a:pt x="260065" y="5129"/>
                </a:lnTo>
                <a:lnTo>
                  <a:pt x="307351" y="1293"/>
                </a:lnTo>
                <a:lnTo>
                  <a:pt x="355312" y="0"/>
                </a:lnTo>
                <a:lnTo>
                  <a:pt x="403274" y="1293"/>
                </a:lnTo>
                <a:lnTo>
                  <a:pt x="450560" y="5129"/>
                </a:lnTo>
                <a:lnTo>
                  <a:pt x="497103" y="11441"/>
                </a:lnTo>
                <a:lnTo>
                  <a:pt x="542836" y="20161"/>
                </a:lnTo>
                <a:lnTo>
                  <a:pt x="587694" y="31225"/>
                </a:lnTo>
                <a:lnTo>
                  <a:pt x="631609" y="44564"/>
                </a:lnTo>
                <a:lnTo>
                  <a:pt x="674514" y="60112"/>
                </a:lnTo>
                <a:lnTo>
                  <a:pt x="716344" y="77803"/>
                </a:lnTo>
                <a:lnTo>
                  <a:pt x="757031" y="97570"/>
                </a:lnTo>
                <a:lnTo>
                  <a:pt x="796508" y="119345"/>
                </a:lnTo>
                <a:lnTo>
                  <a:pt x="834710" y="143064"/>
                </a:lnTo>
                <a:lnTo>
                  <a:pt x="871569" y="168658"/>
                </a:lnTo>
                <a:lnTo>
                  <a:pt x="907019" y="196062"/>
                </a:lnTo>
                <a:lnTo>
                  <a:pt x="940992" y="225208"/>
                </a:lnTo>
                <a:lnTo>
                  <a:pt x="973424" y="256030"/>
                </a:lnTo>
                <a:lnTo>
                  <a:pt x="1004246" y="288461"/>
                </a:lnTo>
                <a:lnTo>
                  <a:pt x="1033392" y="322435"/>
                </a:lnTo>
                <a:lnTo>
                  <a:pt x="1060795" y="357884"/>
                </a:lnTo>
                <a:lnTo>
                  <a:pt x="1086389" y="394743"/>
                </a:lnTo>
                <a:lnTo>
                  <a:pt x="1110108" y="432945"/>
                </a:lnTo>
                <a:lnTo>
                  <a:pt x="1131884" y="472423"/>
                </a:lnTo>
                <a:lnTo>
                  <a:pt x="1151650" y="513109"/>
                </a:lnTo>
                <a:lnTo>
                  <a:pt x="1169341" y="554939"/>
                </a:lnTo>
                <a:lnTo>
                  <a:pt x="1184889" y="597844"/>
                </a:lnTo>
                <a:lnTo>
                  <a:pt x="1198228" y="641759"/>
                </a:lnTo>
                <a:lnTo>
                  <a:pt x="1209292" y="686617"/>
                </a:lnTo>
                <a:lnTo>
                  <a:pt x="1218013" y="732350"/>
                </a:lnTo>
                <a:lnTo>
                  <a:pt x="1224324" y="778893"/>
                </a:lnTo>
                <a:lnTo>
                  <a:pt x="1228160" y="826179"/>
                </a:lnTo>
                <a:lnTo>
                  <a:pt x="1229454" y="874141"/>
                </a:lnTo>
                <a:lnTo>
                  <a:pt x="1228160" y="922102"/>
                </a:lnTo>
                <a:lnTo>
                  <a:pt x="1224324" y="969388"/>
                </a:lnTo>
                <a:lnTo>
                  <a:pt x="1218013" y="1015931"/>
                </a:lnTo>
                <a:lnTo>
                  <a:pt x="1209292" y="1061664"/>
                </a:lnTo>
                <a:lnTo>
                  <a:pt x="1198228" y="1106522"/>
                </a:lnTo>
                <a:lnTo>
                  <a:pt x="1184889" y="1150437"/>
                </a:lnTo>
                <a:lnTo>
                  <a:pt x="1177772" y="1170078"/>
                </a:lnTo>
                <a:close/>
              </a:path>
            </a:pathLst>
          </a:custGeom>
          <a:solidFill>
            <a:srgbClr val="AB864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6612772" y="1163035"/>
            <a:ext cx="2821305" cy="3258185"/>
            <a:chOff x="6612772" y="1163035"/>
            <a:chExt cx="2821305" cy="325818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62302" y="1212565"/>
              <a:ext cx="2722026" cy="272894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650872" y="1201135"/>
              <a:ext cx="2745105" cy="2752090"/>
            </a:xfrm>
            <a:custGeom>
              <a:avLst/>
              <a:gdLst/>
              <a:ahLst/>
              <a:cxnLst/>
              <a:rect l="l" t="t" r="r" b="b"/>
              <a:pathLst>
                <a:path w="2745104" h="2752090">
                  <a:moveTo>
                    <a:pt x="0" y="0"/>
                  </a:moveTo>
                  <a:lnTo>
                    <a:pt x="0" y="2751683"/>
                  </a:lnTo>
                  <a:lnTo>
                    <a:pt x="2744836" y="2751683"/>
                  </a:lnTo>
                  <a:lnTo>
                    <a:pt x="2744836" y="0"/>
                  </a:lnTo>
                  <a:lnTo>
                    <a:pt x="0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650872" y="3952936"/>
              <a:ext cx="2745740" cy="467995"/>
            </a:xfrm>
            <a:custGeom>
              <a:avLst/>
              <a:gdLst/>
              <a:ahLst/>
              <a:cxnLst/>
              <a:rect l="l" t="t" r="r" b="b"/>
              <a:pathLst>
                <a:path w="2745740" h="467995">
                  <a:moveTo>
                    <a:pt x="2745515" y="467944"/>
                  </a:moveTo>
                  <a:lnTo>
                    <a:pt x="0" y="467944"/>
                  </a:lnTo>
                  <a:lnTo>
                    <a:pt x="0" y="0"/>
                  </a:lnTo>
                  <a:lnTo>
                    <a:pt x="2745515" y="0"/>
                  </a:lnTo>
                  <a:lnTo>
                    <a:pt x="2745515" y="467944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650872" y="4013293"/>
            <a:ext cx="274574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38835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solidFill>
                  <a:srgbClr val="FFFFFF"/>
                </a:solidFill>
                <a:latin typeface="Tahoma"/>
                <a:cs typeface="Tahoma"/>
              </a:rPr>
              <a:t>SCAN</a:t>
            </a:r>
            <a:r>
              <a:rPr sz="19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900" spc="35" dirty="0">
                <a:solidFill>
                  <a:srgbClr val="FFFFFF"/>
                </a:solidFill>
                <a:latin typeface="Tahoma"/>
                <a:cs typeface="Tahoma"/>
              </a:rPr>
              <a:t>ME</a:t>
            </a:r>
            <a:endParaRPr sz="19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001167" y="529124"/>
            <a:ext cx="12239625" cy="9671685"/>
            <a:chOff x="6001167" y="529124"/>
            <a:chExt cx="12239625" cy="9671685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129698" y="578654"/>
              <a:ext cx="5061125" cy="564300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3118268" y="567224"/>
              <a:ext cx="5084445" cy="5666105"/>
            </a:xfrm>
            <a:custGeom>
              <a:avLst/>
              <a:gdLst/>
              <a:ahLst/>
              <a:cxnLst/>
              <a:rect l="l" t="t" r="r" b="b"/>
              <a:pathLst>
                <a:path w="5084444" h="5666105">
                  <a:moveTo>
                    <a:pt x="0" y="0"/>
                  </a:moveTo>
                  <a:lnTo>
                    <a:pt x="0" y="5665737"/>
                  </a:lnTo>
                  <a:lnTo>
                    <a:pt x="5083968" y="5665737"/>
                  </a:lnTo>
                  <a:lnTo>
                    <a:pt x="5083968" y="0"/>
                  </a:lnTo>
                  <a:lnTo>
                    <a:pt x="0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53258" y="4380938"/>
              <a:ext cx="6915149" cy="581977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001167" y="953592"/>
              <a:ext cx="4264660" cy="72390"/>
            </a:xfrm>
            <a:custGeom>
              <a:avLst/>
              <a:gdLst/>
              <a:ahLst/>
              <a:cxnLst/>
              <a:rect l="l" t="t" r="r" b="b"/>
              <a:pathLst>
                <a:path w="4264659" h="72390">
                  <a:moveTo>
                    <a:pt x="4264266" y="72218"/>
                  </a:moveTo>
                  <a:lnTo>
                    <a:pt x="0" y="72218"/>
                  </a:lnTo>
                  <a:lnTo>
                    <a:pt x="0" y="0"/>
                  </a:lnTo>
                  <a:lnTo>
                    <a:pt x="4264266" y="0"/>
                  </a:lnTo>
                  <a:lnTo>
                    <a:pt x="4264266" y="72218"/>
                  </a:lnTo>
                  <a:close/>
                </a:path>
              </a:pathLst>
            </a:custGeom>
            <a:solidFill>
              <a:srgbClr val="404A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5988467" y="127280"/>
            <a:ext cx="4236085" cy="9499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6050" b="1" spc="-295" dirty="0">
                <a:solidFill>
                  <a:srgbClr val="404A3B"/>
                </a:solidFill>
                <a:latin typeface="Trebuchet MS"/>
                <a:cs typeface="Trebuchet MS"/>
              </a:rPr>
              <a:t>FLOWCHART</a:t>
            </a:r>
            <a:endParaRPr sz="605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2613" y="1039178"/>
            <a:ext cx="5537200" cy="273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85265" marR="693420" indent="589280">
              <a:lnSpc>
                <a:spcPct val="115399"/>
              </a:lnSpc>
              <a:spcBef>
                <a:spcPts val="100"/>
              </a:spcBef>
            </a:pPr>
            <a:r>
              <a:rPr sz="3250" b="1" u="heavy" spc="-165" dirty="0">
                <a:solidFill>
                  <a:srgbClr val="404A3B"/>
                </a:solidFill>
                <a:uFill>
                  <a:solidFill>
                    <a:srgbClr val="404A3B"/>
                  </a:solidFill>
                </a:uFill>
                <a:latin typeface="Trebuchet MS"/>
                <a:cs typeface="Trebuchet MS"/>
              </a:rPr>
              <a:t>Process</a:t>
            </a:r>
            <a:r>
              <a:rPr sz="3250" b="1" u="heavy" spc="-90" dirty="0">
                <a:solidFill>
                  <a:srgbClr val="404A3B"/>
                </a:solidFill>
                <a:uFill>
                  <a:solidFill>
                    <a:srgbClr val="404A3B"/>
                  </a:solidFill>
                </a:uFill>
                <a:latin typeface="Trebuchet MS"/>
                <a:cs typeface="Trebuchet MS"/>
              </a:rPr>
              <a:t> </a:t>
            </a:r>
            <a:r>
              <a:rPr sz="3250" b="1" u="heavy" spc="-390" dirty="0">
                <a:solidFill>
                  <a:srgbClr val="404A3B"/>
                </a:solidFill>
                <a:uFill>
                  <a:solidFill>
                    <a:srgbClr val="404A3B"/>
                  </a:solidFill>
                </a:uFill>
                <a:latin typeface="Trebuchet MS"/>
                <a:cs typeface="Trebuchet MS"/>
              </a:rPr>
              <a:t>Flow</a:t>
            </a:r>
            <a:r>
              <a:rPr sz="3250" b="1" spc="-390" dirty="0">
                <a:solidFill>
                  <a:srgbClr val="404A3B"/>
                </a:solidFill>
                <a:latin typeface="Trebuchet MS"/>
                <a:cs typeface="Trebuchet MS"/>
              </a:rPr>
              <a:t> </a:t>
            </a:r>
            <a:r>
              <a:rPr sz="3250" b="1" u="heavy" spc="-275" dirty="0">
                <a:solidFill>
                  <a:srgbClr val="404A3B"/>
                </a:solidFill>
                <a:uFill>
                  <a:solidFill>
                    <a:srgbClr val="404A3B"/>
                  </a:solidFill>
                </a:uFill>
                <a:latin typeface="Trebuchet MS"/>
                <a:cs typeface="Trebuchet MS"/>
              </a:rPr>
              <a:t>Flowchart</a:t>
            </a:r>
            <a:r>
              <a:rPr sz="3250" b="1" u="heavy" spc="-120" dirty="0">
                <a:solidFill>
                  <a:srgbClr val="404A3B"/>
                </a:solidFill>
                <a:uFill>
                  <a:solidFill>
                    <a:srgbClr val="404A3B"/>
                  </a:solidFill>
                </a:uFill>
                <a:latin typeface="Trebuchet MS"/>
                <a:cs typeface="Trebuchet MS"/>
              </a:rPr>
              <a:t> </a:t>
            </a:r>
            <a:r>
              <a:rPr sz="3250" b="1" u="heavy" spc="-350" dirty="0">
                <a:solidFill>
                  <a:srgbClr val="404A3B"/>
                </a:solidFill>
                <a:uFill>
                  <a:solidFill>
                    <a:srgbClr val="404A3B"/>
                  </a:solidFill>
                </a:uFill>
                <a:latin typeface="Trebuchet MS"/>
                <a:cs typeface="Trebuchet MS"/>
              </a:rPr>
              <a:t>Overview:</a:t>
            </a:r>
            <a:endParaRPr sz="3250">
              <a:latin typeface="Trebuchet MS"/>
              <a:cs typeface="Trebuchet MS"/>
            </a:endParaRPr>
          </a:p>
          <a:p>
            <a:pPr marL="12700" marR="5080">
              <a:lnSpc>
                <a:spcPts val="4130"/>
              </a:lnSpc>
              <a:spcBef>
                <a:spcPts val="25"/>
              </a:spcBef>
            </a:pPr>
            <a:r>
              <a:rPr sz="2950" b="1" u="heavy" spc="-210" dirty="0">
                <a:solidFill>
                  <a:srgbClr val="792E00"/>
                </a:solidFill>
                <a:uFill>
                  <a:solidFill>
                    <a:srgbClr val="792E00"/>
                  </a:solidFill>
                </a:uFill>
                <a:latin typeface="Trebuchet MS"/>
                <a:cs typeface="Trebuchet MS"/>
              </a:rPr>
              <a:t>Sense:</a:t>
            </a:r>
            <a:r>
              <a:rPr sz="2950" b="1" spc="-80" dirty="0">
                <a:solidFill>
                  <a:srgbClr val="792E00"/>
                </a:solidFill>
                <a:latin typeface="Trebuchet MS"/>
                <a:cs typeface="Trebuchet MS"/>
              </a:rPr>
              <a:t> </a:t>
            </a:r>
            <a:r>
              <a:rPr sz="2950" b="1" spc="-204" dirty="0">
                <a:solidFill>
                  <a:srgbClr val="404A3B"/>
                </a:solidFill>
                <a:latin typeface="Trebuchet MS"/>
                <a:cs typeface="Trebuchet MS"/>
              </a:rPr>
              <a:t>Continuous</a:t>
            </a:r>
            <a:r>
              <a:rPr sz="2950" b="1" spc="-85" dirty="0">
                <a:solidFill>
                  <a:srgbClr val="404A3B"/>
                </a:solidFill>
                <a:latin typeface="Trebuchet MS"/>
                <a:cs typeface="Trebuchet MS"/>
              </a:rPr>
              <a:t> </a:t>
            </a:r>
            <a:r>
              <a:rPr sz="2950" b="1" spc="-190" dirty="0">
                <a:solidFill>
                  <a:srgbClr val="404A3B"/>
                </a:solidFill>
                <a:latin typeface="Trebuchet MS"/>
                <a:cs typeface="Trebuchet MS"/>
              </a:rPr>
              <a:t>monitoring</a:t>
            </a:r>
            <a:r>
              <a:rPr sz="2950" b="1" spc="-80" dirty="0">
                <a:solidFill>
                  <a:srgbClr val="404A3B"/>
                </a:solidFill>
                <a:latin typeface="Trebuchet MS"/>
                <a:cs typeface="Trebuchet MS"/>
              </a:rPr>
              <a:t> </a:t>
            </a:r>
            <a:r>
              <a:rPr sz="2950" b="1" spc="-210" dirty="0">
                <a:solidFill>
                  <a:srgbClr val="404A3B"/>
                </a:solidFill>
                <a:latin typeface="Trebuchet MS"/>
                <a:cs typeface="Trebuchet MS"/>
              </a:rPr>
              <a:t>of</a:t>
            </a:r>
            <a:r>
              <a:rPr sz="2950" b="1" spc="-85" dirty="0">
                <a:solidFill>
                  <a:srgbClr val="404A3B"/>
                </a:solidFill>
                <a:latin typeface="Trebuchet MS"/>
                <a:cs typeface="Trebuchet MS"/>
              </a:rPr>
              <a:t> </a:t>
            </a:r>
            <a:r>
              <a:rPr sz="2950" b="1" spc="-50" dirty="0">
                <a:solidFill>
                  <a:srgbClr val="404A3B"/>
                </a:solidFill>
                <a:latin typeface="Trebuchet MS"/>
                <a:cs typeface="Trebuchet MS"/>
              </a:rPr>
              <a:t>fill </a:t>
            </a:r>
            <a:r>
              <a:rPr sz="2950" b="1" spc="-229" dirty="0">
                <a:solidFill>
                  <a:srgbClr val="404A3B"/>
                </a:solidFill>
                <a:latin typeface="Trebuchet MS"/>
                <a:cs typeface="Trebuchet MS"/>
              </a:rPr>
              <a:t>levels,</a:t>
            </a:r>
            <a:r>
              <a:rPr sz="2950" b="1" spc="-95" dirty="0">
                <a:solidFill>
                  <a:srgbClr val="404A3B"/>
                </a:solidFill>
                <a:latin typeface="Trebuchet MS"/>
                <a:cs typeface="Trebuchet MS"/>
              </a:rPr>
              <a:t> </a:t>
            </a:r>
            <a:r>
              <a:rPr sz="2950" b="1" spc="-160" dirty="0">
                <a:solidFill>
                  <a:srgbClr val="404A3B"/>
                </a:solidFill>
                <a:latin typeface="Trebuchet MS"/>
                <a:cs typeface="Trebuchet MS"/>
              </a:rPr>
              <a:t>gas,</a:t>
            </a:r>
            <a:r>
              <a:rPr sz="2950" b="1" spc="-90" dirty="0">
                <a:solidFill>
                  <a:srgbClr val="404A3B"/>
                </a:solidFill>
                <a:latin typeface="Trebuchet MS"/>
                <a:cs typeface="Trebuchet MS"/>
              </a:rPr>
              <a:t> </a:t>
            </a:r>
            <a:r>
              <a:rPr sz="2950" b="1" spc="-229" dirty="0">
                <a:solidFill>
                  <a:srgbClr val="404A3B"/>
                </a:solidFill>
                <a:latin typeface="Trebuchet MS"/>
                <a:cs typeface="Trebuchet MS"/>
              </a:rPr>
              <a:t>and</a:t>
            </a:r>
            <a:r>
              <a:rPr sz="2950" b="1" spc="-95" dirty="0">
                <a:solidFill>
                  <a:srgbClr val="404A3B"/>
                </a:solidFill>
                <a:latin typeface="Trebuchet MS"/>
                <a:cs typeface="Trebuchet MS"/>
              </a:rPr>
              <a:t> </a:t>
            </a:r>
            <a:r>
              <a:rPr sz="2950" b="1" spc="-150" dirty="0">
                <a:solidFill>
                  <a:srgbClr val="404A3B"/>
                </a:solidFill>
                <a:latin typeface="Trebuchet MS"/>
                <a:cs typeface="Trebuchet MS"/>
              </a:rPr>
              <a:t>environmental </a:t>
            </a:r>
            <a:r>
              <a:rPr sz="2950" b="1" spc="-114" dirty="0">
                <a:solidFill>
                  <a:srgbClr val="404A3B"/>
                </a:solidFill>
                <a:latin typeface="Trebuchet MS"/>
                <a:cs typeface="Trebuchet MS"/>
              </a:rPr>
              <a:t>conditions.</a:t>
            </a:r>
            <a:endParaRPr sz="2950">
              <a:latin typeface="Trebuchet MS"/>
              <a:cs typeface="Trebuchet M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529409" y="4750798"/>
            <a:ext cx="22225" cy="28575"/>
          </a:xfrm>
          <a:custGeom>
            <a:avLst/>
            <a:gdLst/>
            <a:ahLst/>
            <a:cxnLst/>
            <a:rect l="l" t="t" r="r" b="b"/>
            <a:pathLst>
              <a:path w="22225" h="28575">
                <a:moveTo>
                  <a:pt x="22034" y="28574"/>
                </a:moveTo>
                <a:lnTo>
                  <a:pt x="0" y="28574"/>
                </a:lnTo>
                <a:lnTo>
                  <a:pt x="0" y="0"/>
                </a:lnTo>
                <a:lnTo>
                  <a:pt x="22034" y="0"/>
                </a:lnTo>
                <a:lnTo>
                  <a:pt x="22034" y="28574"/>
                </a:lnTo>
                <a:close/>
              </a:path>
            </a:pathLst>
          </a:custGeom>
          <a:solidFill>
            <a:srgbClr val="792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42613" y="4270078"/>
            <a:ext cx="5927725" cy="1597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500"/>
              </a:lnSpc>
              <a:spcBef>
                <a:spcPts val="100"/>
              </a:spcBef>
            </a:pPr>
            <a:r>
              <a:rPr sz="2950" b="1" u="heavy" spc="-150" dirty="0">
                <a:solidFill>
                  <a:srgbClr val="792E00"/>
                </a:solidFill>
                <a:uFill>
                  <a:solidFill>
                    <a:srgbClr val="792E00"/>
                  </a:solidFill>
                </a:uFill>
                <a:latin typeface="Trebuchet MS"/>
                <a:cs typeface="Trebuchet MS"/>
              </a:rPr>
              <a:t>Classify</a:t>
            </a:r>
            <a:r>
              <a:rPr sz="2950" b="1" spc="-150" dirty="0">
                <a:solidFill>
                  <a:srgbClr val="404A3B"/>
                </a:solidFill>
                <a:latin typeface="Trebuchet MS"/>
                <a:cs typeface="Trebuchet MS"/>
              </a:rPr>
              <a:t>:</a:t>
            </a:r>
            <a:r>
              <a:rPr sz="2950" b="1" spc="-70" dirty="0">
                <a:solidFill>
                  <a:srgbClr val="404A3B"/>
                </a:solidFill>
                <a:latin typeface="Trebuchet MS"/>
                <a:cs typeface="Trebuchet MS"/>
              </a:rPr>
              <a:t> </a:t>
            </a:r>
            <a:r>
              <a:rPr sz="2950" b="1" spc="-155" dirty="0">
                <a:solidFill>
                  <a:srgbClr val="404A3B"/>
                </a:solidFill>
                <a:latin typeface="Trebuchet MS"/>
                <a:cs typeface="Trebuchet MS"/>
              </a:rPr>
              <a:t>ESP32-</a:t>
            </a:r>
            <a:r>
              <a:rPr sz="2950" b="1" spc="-185" dirty="0">
                <a:solidFill>
                  <a:srgbClr val="404A3B"/>
                </a:solidFill>
                <a:latin typeface="Trebuchet MS"/>
                <a:cs typeface="Trebuchet MS"/>
              </a:rPr>
              <a:t>CAM</a:t>
            </a:r>
            <a:r>
              <a:rPr sz="2950" b="1" spc="-65" dirty="0">
                <a:solidFill>
                  <a:srgbClr val="404A3B"/>
                </a:solidFill>
                <a:latin typeface="Trebuchet MS"/>
                <a:cs typeface="Trebuchet MS"/>
              </a:rPr>
              <a:t> </a:t>
            </a:r>
            <a:r>
              <a:rPr sz="2950" b="1" spc="-190" dirty="0">
                <a:solidFill>
                  <a:srgbClr val="404A3B"/>
                </a:solidFill>
                <a:latin typeface="Trebuchet MS"/>
                <a:cs typeface="Trebuchet MS"/>
              </a:rPr>
              <a:t>captures</a:t>
            </a:r>
            <a:r>
              <a:rPr sz="2950" b="1" spc="-60" dirty="0">
                <a:solidFill>
                  <a:srgbClr val="404A3B"/>
                </a:solidFill>
                <a:latin typeface="Trebuchet MS"/>
                <a:cs typeface="Trebuchet MS"/>
              </a:rPr>
              <a:t> </a:t>
            </a:r>
            <a:r>
              <a:rPr sz="2950" b="1" spc="-140" dirty="0">
                <a:solidFill>
                  <a:srgbClr val="404A3B"/>
                </a:solidFill>
                <a:latin typeface="Trebuchet MS"/>
                <a:cs typeface="Trebuchet MS"/>
              </a:rPr>
              <a:t>images; </a:t>
            </a:r>
            <a:r>
              <a:rPr sz="2950" b="1" spc="-275" dirty="0">
                <a:solidFill>
                  <a:srgbClr val="404A3B"/>
                </a:solidFill>
                <a:latin typeface="Trebuchet MS"/>
                <a:cs typeface="Trebuchet MS"/>
              </a:rPr>
              <a:t>OpenCV</a:t>
            </a:r>
            <a:r>
              <a:rPr sz="2950" b="1" spc="-80" dirty="0">
                <a:solidFill>
                  <a:srgbClr val="404A3B"/>
                </a:solidFill>
                <a:latin typeface="Trebuchet MS"/>
                <a:cs typeface="Trebuchet MS"/>
              </a:rPr>
              <a:t> </a:t>
            </a:r>
            <a:r>
              <a:rPr sz="2950" b="1" spc="-125" dirty="0">
                <a:solidFill>
                  <a:srgbClr val="404A3B"/>
                </a:solidFill>
                <a:latin typeface="Trebuchet MS"/>
                <a:cs typeface="Trebuchet MS"/>
              </a:rPr>
              <a:t>classifies</a:t>
            </a:r>
            <a:r>
              <a:rPr sz="2950" b="1" spc="-85" dirty="0">
                <a:solidFill>
                  <a:srgbClr val="404A3B"/>
                </a:solidFill>
                <a:latin typeface="Trebuchet MS"/>
                <a:cs typeface="Trebuchet MS"/>
              </a:rPr>
              <a:t> </a:t>
            </a:r>
            <a:r>
              <a:rPr sz="2950" b="1" spc="-25" dirty="0">
                <a:solidFill>
                  <a:srgbClr val="404A3B"/>
                </a:solidFill>
                <a:latin typeface="Trebuchet MS"/>
                <a:cs typeface="Trebuchet MS"/>
              </a:rPr>
              <a:t>as </a:t>
            </a:r>
            <a:r>
              <a:rPr sz="2950" b="1" spc="-175" dirty="0">
                <a:solidFill>
                  <a:srgbClr val="404A3B"/>
                </a:solidFill>
                <a:latin typeface="Trebuchet MS"/>
                <a:cs typeface="Trebuchet MS"/>
              </a:rPr>
              <a:t>Biodegradable/Non-</a:t>
            </a:r>
            <a:r>
              <a:rPr sz="2950" b="1" spc="-120" dirty="0">
                <a:solidFill>
                  <a:srgbClr val="404A3B"/>
                </a:solidFill>
                <a:latin typeface="Trebuchet MS"/>
                <a:cs typeface="Trebuchet MS"/>
              </a:rPr>
              <a:t>Biodegradable.</a:t>
            </a:r>
            <a:endParaRPr sz="295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42613" y="6365578"/>
            <a:ext cx="6057900" cy="1597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6500"/>
              </a:lnSpc>
              <a:spcBef>
                <a:spcPts val="100"/>
              </a:spcBef>
            </a:pPr>
            <a:r>
              <a:rPr sz="2950" b="1" u="heavy" spc="-240" dirty="0">
                <a:solidFill>
                  <a:srgbClr val="792E00"/>
                </a:solidFill>
                <a:uFill>
                  <a:solidFill>
                    <a:srgbClr val="792E00"/>
                  </a:solidFill>
                </a:uFill>
                <a:latin typeface="Trebuchet MS"/>
                <a:cs typeface="Trebuchet MS"/>
              </a:rPr>
              <a:t>Communicate:</a:t>
            </a:r>
            <a:r>
              <a:rPr sz="2950" u="heavy" spc="120" dirty="0">
                <a:solidFill>
                  <a:srgbClr val="792E00"/>
                </a:solidFill>
                <a:uFill>
                  <a:solidFill>
                    <a:srgbClr val="404A3B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950" b="1" spc="-210" dirty="0">
                <a:solidFill>
                  <a:srgbClr val="404A3B"/>
                </a:solidFill>
                <a:latin typeface="Trebuchet MS"/>
                <a:cs typeface="Trebuchet MS"/>
              </a:rPr>
              <a:t>Data</a:t>
            </a:r>
            <a:r>
              <a:rPr sz="2950" b="1" spc="20" dirty="0">
                <a:solidFill>
                  <a:srgbClr val="404A3B"/>
                </a:solidFill>
                <a:latin typeface="Trebuchet MS"/>
                <a:cs typeface="Trebuchet MS"/>
              </a:rPr>
              <a:t> </a:t>
            </a:r>
            <a:r>
              <a:rPr sz="2950" b="1" spc="-200" dirty="0">
                <a:solidFill>
                  <a:srgbClr val="404A3B"/>
                </a:solidFill>
                <a:latin typeface="Trebuchet MS"/>
                <a:cs typeface="Trebuchet MS"/>
              </a:rPr>
              <a:t>transmitted</a:t>
            </a:r>
            <a:r>
              <a:rPr sz="2950" b="1" spc="15" dirty="0">
                <a:solidFill>
                  <a:srgbClr val="404A3B"/>
                </a:solidFill>
                <a:latin typeface="Trebuchet MS"/>
                <a:cs typeface="Trebuchet MS"/>
              </a:rPr>
              <a:t> </a:t>
            </a:r>
            <a:r>
              <a:rPr sz="2950" b="1" spc="-260" dirty="0">
                <a:solidFill>
                  <a:srgbClr val="404A3B"/>
                </a:solidFill>
                <a:latin typeface="Trebuchet MS"/>
                <a:cs typeface="Trebuchet MS"/>
              </a:rPr>
              <a:t>via</a:t>
            </a:r>
            <a:r>
              <a:rPr sz="2950" b="1" spc="40" dirty="0">
                <a:solidFill>
                  <a:srgbClr val="404A3B"/>
                </a:solidFill>
                <a:latin typeface="Trebuchet MS"/>
                <a:cs typeface="Trebuchet MS"/>
              </a:rPr>
              <a:t> </a:t>
            </a:r>
            <a:r>
              <a:rPr sz="2950" b="1" spc="-45" dirty="0">
                <a:solidFill>
                  <a:srgbClr val="404A3B"/>
                </a:solidFill>
                <a:latin typeface="Trebuchet MS"/>
                <a:cs typeface="Trebuchet MS"/>
              </a:rPr>
              <a:t>IoT </a:t>
            </a:r>
            <a:r>
              <a:rPr sz="2950" b="1" spc="-315" dirty="0">
                <a:solidFill>
                  <a:srgbClr val="404A3B"/>
                </a:solidFill>
                <a:latin typeface="Trebuchet MS"/>
                <a:cs typeface="Trebuchet MS"/>
              </a:rPr>
              <a:t>Gateway</a:t>
            </a:r>
            <a:r>
              <a:rPr sz="2950" b="1" spc="95" dirty="0">
                <a:solidFill>
                  <a:srgbClr val="404A3B"/>
                </a:solidFill>
                <a:latin typeface="Trebuchet MS"/>
                <a:cs typeface="Trebuchet MS"/>
              </a:rPr>
              <a:t> </a:t>
            </a:r>
            <a:r>
              <a:rPr sz="2950" b="1" spc="-320" dirty="0">
                <a:solidFill>
                  <a:srgbClr val="404A3B"/>
                </a:solidFill>
                <a:latin typeface="Trebuchet MS"/>
                <a:cs typeface="Trebuchet MS"/>
              </a:rPr>
              <a:t>to</a:t>
            </a:r>
            <a:r>
              <a:rPr sz="2950" b="1" spc="95" dirty="0">
                <a:solidFill>
                  <a:srgbClr val="404A3B"/>
                </a:solidFill>
                <a:latin typeface="Trebuchet MS"/>
                <a:cs typeface="Trebuchet MS"/>
              </a:rPr>
              <a:t> </a:t>
            </a:r>
            <a:r>
              <a:rPr sz="2950" b="1" spc="-240" dirty="0">
                <a:solidFill>
                  <a:srgbClr val="404A3B"/>
                </a:solidFill>
                <a:latin typeface="Trebuchet MS"/>
                <a:cs typeface="Trebuchet MS"/>
              </a:rPr>
              <a:t>Cloud;</a:t>
            </a:r>
            <a:r>
              <a:rPr sz="2950" b="1" spc="20" dirty="0">
                <a:solidFill>
                  <a:srgbClr val="404A3B"/>
                </a:solidFill>
                <a:latin typeface="Trebuchet MS"/>
                <a:cs typeface="Trebuchet MS"/>
              </a:rPr>
              <a:t> </a:t>
            </a:r>
            <a:r>
              <a:rPr sz="2950" b="1" spc="-165" dirty="0">
                <a:solidFill>
                  <a:srgbClr val="404A3B"/>
                </a:solidFill>
                <a:latin typeface="Trebuchet MS"/>
                <a:cs typeface="Trebuchet MS"/>
              </a:rPr>
              <a:t>alerts</a:t>
            </a:r>
            <a:r>
              <a:rPr sz="2950" b="1" spc="10" dirty="0">
                <a:solidFill>
                  <a:srgbClr val="404A3B"/>
                </a:solidFill>
                <a:latin typeface="Trebuchet MS"/>
                <a:cs typeface="Trebuchet MS"/>
              </a:rPr>
              <a:t> </a:t>
            </a:r>
            <a:r>
              <a:rPr sz="2950" b="1" spc="-225" dirty="0">
                <a:solidFill>
                  <a:srgbClr val="404A3B"/>
                </a:solidFill>
                <a:latin typeface="Trebuchet MS"/>
                <a:cs typeface="Trebuchet MS"/>
              </a:rPr>
              <a:t>sent</a:t>
            </a:r>
            <a:r>
              <a:rPr sz="2950" b="1" spc="65" dirty="0">
                <a:solidFill>
                  <a:srgbClr val="404A3B"/>
                </a:solidFill>
                <a:latin typeface="Trebuchet MS"/>
                <a:cs typeface="Trebuchet MS"/>
              </a:rPr>
              <a:t> </a:t>
            </a:r>
            <a:r>
              <a:rPr sz="2950" b="1" spc="-320" dirty="0">
                <a:solidFill>
                  <a:srgbClr val="404A3B"/>
                </a:solidFill>
                <a:latin typeface="Trebuchet MS"/>
                <a:cs typeface="Trebuchet MS"/>
              </a:rPr>
              <a:t>to</a:t>
            </a:r>
            <a:r>
              <a:rPr sz="2950" b="1" spc="95" dirty="0">
                <a:solidFill>
                  <a:srgbClr val="404A3B"/>
                </a:solidFill>
                <a:latin typeface="Trebuchet MS"/>
                <a:cs typeface="Trebuchet MS"/>
              </a:rPr>
              <a:t> </a:t>
            </a:r>
            <a:r>
              <a:rPr sz="2950" b="1" spc="-180" dirty="0">
                <a:solidFill>
                  <a:srgbClr val="404A3B"/>
                </a:solidFill>
                <a:latin typeface="Trebuchet MS"/>
                <a:cs typeface="Trebuchet MS"/>
              </a:rPr>
              <a:t>mobile </a:t>
            </a:r>
            <a:r>
              <a:rPr sz="2950" b="1" spc="-280" dirty="0">
                <a:solidFill>
                  <a:srgbClr val="404A3B"/>
                </a:solidFill>
                <a:latin typeface="Trebuchet MS"/>
                <a:cs typeface="Trebuchet MS"/>
              </a:rPr>
              <a:t>app.</a:t>
            </a:r>
            <a:endParaRPr sz="295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42613" y="8461078"/>
            <a:ext cx="6311900" cy="1597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500"/>
              </a:lnSpc>
              <a:spcBef>
                <a:spcPts val="100"/>
              </a:spcBef>
            </a:pPr>
            <a:r>
              <a:rPr sz="2950" b="1" u="heavy" spc="-210" dirty="0">
                <a:solidFill>
                  <a:srgbClr val="792E00"/>
                </a:solidFill>
                <a:uFill>
                  <a:solidFill>
                    <a:srgbClr val="792E00"/>
                  </a:solidFill>
                </a:uFill>
                <a:latin typeface="Trebuchet MS"/>
                <a:cs typeface="Trebuchet MS"/>
              </a:rPr>
              <a:t>Act</a:t>
            </a:r>
            <a:r>
              <a:rPr sz="2950" b="1" spc="-210" dirty="0">
                <a:solidFill>
                  <a:srgbClr val="404A3B"/>
                </a:solidFill>
                <a:latin typeface="Trebuchet MS"/>
                <a:cs typeface="Trebuchet MS"/>
              </a:rPr>
              <a:t>:</a:t>
            </a:r>
            <a:r>
              <a:rPr sz="2950" b="1" spc="-105" dirty="0">
                <a:solidFill>
                  <a:srgbClr val="404A3B"/>
                </a:solidFill>
                <a:latin typeface="Trebuchet MS"/>
                <a:cs typeface="Trebuchet MS"/>
              </a:rPr>
              <a:t> </a:t>
            </a:r>
            <a:r>
              <a:rPr sz="2950" b="1" spc="-175" dirty="0">
                <a:solidFill>
                  <a:srgbClr val="404A3B"/>
                </a:solidFill>
                <a:latin typeface="Trebuchet MS"/>
                <a:cs typeface="Trebuchet MS"/>
              </a:rPr>
              <a:t>Robotic</a:t>
            </a:r>
            <a:r>
              <a:rPr sz="2950" b="1" spc="-90" dirty="0">
                <a:solidFill>
                  <a:srgbClr val="404A3B"/>
                </a:solidFill>
                <a:latin typeface="Trebuchet MS"/>
                <a:cs typeface="Trebuchet MS"/>
              </a:rPr>
              <a:t> </a:t>
            </a:r>
            <a:r>
              <a:rPr sz="2950" b="1" spc="-225" dirty="0">
                <a:solidFill>
                  <a:srgbClr val="404A3B"/>
                </a:solidFill>
                <a:latin typeface="Trebuchet MS"/>
                <a:cs typeface="Trebuchet MS"/>
              </a:rPr>
              <a:t>arm</a:t>
            </a:r>
            <a:r>
              <a:rPr sz="2950" b="1" spc="-95" dirty="0">
                <a:solidFill>
                  <a:srgbClr val="404A3B"/>
                </a:solidFill>
                <a:latin typeface="Trebuchet MS"/>
                <a:cs typeface="Trebuchet MS"/>
              </a:rPr>
              <a:t> </a:t>
            </a:r>
            <a:r>
              <a:rPr sz="2950" b="1" spc="-130" dirty="0">
                <a:solidFill>
                  <a:srgbClr val="404A3B"/>
                </a:solidFill>
                <a:latin typeface="Trebuchet MS"/>
                <a:cs typeface="Trebuchet MS"/>
              </a:rPr>
              <a:t>sorts</a:t>
            </a:r>
            <a:r>
              <a:rPr sz="2950" b="1" spc="-95" dirty="0">
                <a:solidFill>
                  <a:srgbClr val="404A3B"/>
                </a:solidFill>
                <a:latin typeface="Trebuchet MS"/>
                <a:cs typeface="Trebuchet MS"/>
              </a:rPr>
              <a:t> </a:t>
            </a:r>
            <a:r>
              <a:rPr sz="2950" b="1" spc="-225" dirty="0">
                <a:solidFill>
                  <a:srgbClr val="404A3B"/>
                </a:solidFill>
                <a:latin typeface="Trebuchet MS"/>
                <a:cs typeface="Trebuchet MS"/>
              </a:rPr>
              <a:t>metal;</a:t>
            </a:r>
            <a:r>
              <a:rPr sz="2950" b="1" spc="-90" dirty="0">
                <a:solidFill>
                  <a:srgbClr val="404A3B"/>
                </a:solidFill>
                <a:latin typeface="Trebuchet MS"/>
                <a:cs typeface="Trebuchet MS"/>
              </a:rPr>
              <a:t> </a:t>
            </a:r>
            <a:r>
              <a:rPr sz="2950" b="1" spc="-150" dirty="0">
                <a:solidFill>
                  <a:srgbClr val="404A3B"/>
                </a:solidFill>
                <a:latin typeface="Trebuchet MS"/>
                <a:cs typeface="Trebuchet MS"/>
              </a:rPr>
              <a:t>Bluetooth- </a:t>
            </a:r>
            <a:r>
              <a:rPr sz="2950" b="1" spc="-200" dirty="0">
                <a:solidFill>
                  <a:srgbClr val="404A3B"/>
                </a:solidFill>
                <a:latin typeface="Trebuchet MS"/>
                <a:cs typeface="Trebuchet MS"/>
              </a:rPr>
              <a:t>controlled</a:t>
            </a:r>
            <a:r>
              <a:rPr sz="2950" b="1" spc="-85" dirty="0">
                <a:solidFill>
                  <a:srgbClr val="404A3B"/>
                </a:solidFill>
                <a:latin typeface="Trebuchet MS"/>
                <a:cs typeface="Trebuchet MS"/>
              </a:rPr>
              <a:t> </a:t>
            </a:r>
            <a:r>
              <a:rPr sz="2950" b="1" spc="-160" dirty="0">
                <a:solidFill>
                  <a:srgbClr val="404A3B"/>
                </a:solidFill>
                <a:latin typeface="Trebuchet MS"/>
                <a:cs typeface="Trebuchet MS"/>
              </a:rPr>
              <a:t>car</a:t>
            </a:r>
            <a:r>
              <a:rPr sz="2950" b="1" spc="-85" dirty="0">
                <a:solidFill>
                  <a:srgbClr val="404A3B"/>
                </a:solidFill>
                <a:latin typeface="Trebuchet MS"/>
                <a:cs typeface="Trebuchet MS"/>
              </a:rPr>
              <a:t> </a:t>
            </a:r>
            <a:r>
              <a:rPr sz="2950" b="1" spc="-180" dirty="0">
                <a:solidFill>
                  <a:srgbClr val="404A3B"/>
                </a:solidFill>
                <a:latin typeface="Trebuchet MS"/>
                <a:cs typeface="Trebuchet MS"/>
              </a:rPr>
              <a:t>navigates</a:t>
            </a:r>
            <a:r>
              <a:rPr sz="2950" b="1" spc="-85" dirty="0">
                <a:solidFill>
                  <a:srgbClr val="404A3B"/>
                </a:solidFill>
                <a:latin typeface="Trebuchet MS"/>
                <a:cs typeface="Trebuchet MS"/>
              </a:rPr>
              <a:t> </a:t>
            </a:r>
            <a:r>
              <a:rPr sz="2950" b="1" spc="-204" dirty="0">
                <a:solidFill>
                  <a:srgbClr val="404A3B"/>
                </a:solidFill>
                <a:latin typeface="Trebuchet MS"/>
                <a:cs typeface="Trebuchet MS"/>
              </a:rPr>
              <a:t>to</a:t>
            </a:r>
            <a:r>
              <a:rPr sz="2950" b="1" spc="-90" dirty="0">
                <a:solidFill>
                  <a:srgbClr val="404A3B"/>
                </a:solidFill>
                <a:latin typeface="Trebuchet MS"/>
                <a:cs typeface="Trebuchet MS"/>
              </a:rPr>
              <a:t> </a:t>
            </a:r>
            <a:r>
              <a:rPr sz="2950" b="1" spc="-150" dirty="0">
                <a:solidFill>
                  <a:srgbClr val="404A3B"/>
                </a:solidFill>
                <a:latin typeface="Trebuchet MS"/>
                <a:cs typeface="Trebuchet MS"/>
              </a:rPr>
              <a:t>full</a:t>
            </a:r>
            <a:r>
              <a:rPr sz="2950" b="1" spc="-85" dirty="0">
                <a:solidFill>
                  <a:srgbClr val="404A3B"/>
                </a:solidFill>
                <a:latin typeface="Trebuchet MS"/>
                <a:cs typeface="Trebuchet MS"/>
              </a:rPr>
              <a:t> </a:t>
            </a:r>
            <a:r>
              <a:rPr sz="2950" b="1" spc="-20" dirty="0">
                <a:solidFill>
                  <a:srgbClr val="404A3B"/>
                </a:solidFill>
                <a:latin typeface="Trebuchet MS"/>
                <a:cs typeface="Trebuchet MS"/>
              </a:rPr>
              <a:t>bins </a:t>
            </a:r>
            <a:r>
              <a:rPr sz="2950" b="1" spc="-10" dirty="0">
                <a:solidFill>
                  <a:srgbClr val="404A3B"/>
                </a:solidFill>
                <a:latin typeface="Trebuchet MS"/>
                <a:cs typeface="Trebuchet MS"/>
              </a:rPr>
              <a:t>(&gt;95%).</a:t>
            </a:r>
            <a:endParaRPr sz="295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456243" y="6686735"/>
            <a:ext cx="4255135" cy="112903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 marR="5080" algn="ctr">
              <a:lnSpc>
                <a:spcPts val="2830"/>
              </a:lnSpc>
              <a:spcBef>
                <a:spcPts val="365"/>
              </a:spcBef>
            </a:pPr>
            <a:r>
              <a:rPr sz="2350" b="1" spc="-1745" dirty="0">
                <a:solidFill>
                  <a:srgbClr val="BEBEBE"/>
                </a:solidFill>
                <a:latin typeface="Tahoma"/>
                <a:cs typeface="Tahoma"/>
              </a:rPr>
              <a:t>C</a:t>
            </a:r>
            <a:r>
              <a:rPr sz="2050" spc="-180" dirty="0">
                <a:latin typeface="Arial Black"/>
                <a:cs typeface="Arial Black"/>
              </a:rPr>
              <a:t>C</a:t>
            </a:r>
            <a:r>
              <a:rPr sz="2350" b="1" spc="-885" dirty="0">
                <a:solidFill>
                  <a:srgbClr val="BEBEBE"/>
                </a:solidFill>
                <a:latin typeface="Tahoma"/>
                <a:cs typeface="Tahoma"/>
              </a:rPr>
              <a:t>l</a:t>
            </a:r>
            <a:r>
              <a:rPr sz="2050" spc="-170" dirty="0">
                <a:latin typeface="Arial Black"/>
                <a:cs typeface="Arial Black"/>
              </a:rPr>
              <a:t>l</a:t>
            </a:r>
            <a:r>
              <a:rPr sz="2350" b="1" spc="-885" dirty="0">
                <a:solidFill>
                  <a:srgbClr val="BEBEBE"/>
                </a:solidFill>
                <a:latin typeface="Tahoma"/>
                <a:cs typeface="Tahoma"/>
              </a:rPr>
              <a:t>i</a:t>
            </a:r>
            <a:r>
              <a:rPr sz="2050" spc="-170" dirty="0">
                <a:latin typeface="Arial Black"/>
                <a:cs typeface="Arial Black"/>
              </a:rPr>
              <a:t>i</a:t>
            </a:r>
            <a:r>
              <a:rPr sz="2350" b="1" spc="-1415" dirty="0">
                <a:solidFill>
                  <a:srgbClr val="BEBEBE"/>
                </a:solidFill>
                <a:latin typeface="Tahoma"/>
                <a:cs typeface="Tahoma"/>
              </a:rPr>
              <a:t>c</a:t>
            </a:r>
            <a:r>
              <a:rPr sz="2050" spc="-180" dirty="0">
                <a:latin typeface="Arial Black"/>
                <a:cs typeface="Arial Black"/>
              </a:rPr>
              <a:t>c</a:t>
            </a:r>
            <a:r>
              <a:rPr sz="2350" b="1" spc="-1600" dirty="0">
                <a:solidFill>
                  <a:srgbClr val="BEBEBE"/>
                </a:solidFill>
                <a:latin typeface="Tahoma"/>
                <a:cs typeface="Tahoma"/>
              </a:rPr>
              <a:t>k</a:t>
            </a:r>
            <a:r>
              <a:rPr sz="2050" spc="-170" dirty="0">
                <a:latin typeface="Arial Black"/>
                <a:cs typeface="Arial Black"/>
              </a:rPr>
              <a:t>k</a:t>
            </a:r>
            <a:r>
              <a:rPr sz="2050" spc="-150" dirty="0">
                <a:latin typeface="Arial Black"/>
                <a:cs typeface="Arial Black"/>
              </a:rPr>
              <a:t> </a:t>
            </a:r>
            <a:r>
              <a:rPr sz="2350" b="1" spc="-2190" dirty="0">
                <a:solidFill>
                  <a:srgbClr val="BEBEBE"/>
                </a:solidFill>
                <a:latin typeface="Tahoma"/>
                <a:cs typeface="Tahoma"/>
              </a:rPr>
              <a:t>M</a:t>
            </a:r>
            <a:r>
              <a:rPr sz="2050" spc="-100" dirty="0">
                <a:latin typeface="Arial Black"/>
                <a:cs typeface="Arial Black"/>
              </a:rPr>
              <a:t>M</a:t>
            </a:r>
            <a:r>
              <a:rPr sz="2350" b="1" spc="-1500" dirty="0">
                <a:solidFill>
                  <a:srgbClr val="BEBEBE"/>
                </a:solidFill>
                <a:latin typeface="Tahoma"/>
                <a:cs typeface="Tahoma"/>
              </a:rPr>
              <a:t>e</a:t>
            </a:r>
            <a:r>
              <a:rPr sz="2050" spc="-90" dirty="0">
                <a:latin typeface="Arial Black"/>
                <a:cs typeface="Arial Black"/>
              </a:rPr>
              <a:t>e</a:t>
            </a:r>
            <a:r>
              <a:rPr sz="2500" spc="-985" dirty="0">
                <a:solidFill>
                  <a:srgbClr val="BEBEBE"/>
                </a:solidFill>
                <a:latin typeface="Tahoma"/>
                <a:cs typeface="Tahoma"/>
              </a:rPr>
              <a:t>:</a:t>
            </a:r>
            <a:r>
              <a:rPr sz="2050" spc="-90" dirty="0">
                <a:latin typeface="Tahoma"/>
                <a:cs typeface="Tahoma"/>
              </a:rPr>
              <a:t>:</a:t>
            </a:r>
            <a:r>
              <a:rPr sz="2050" spc="509" dirty="0">
                <a:latin typeface="Tahoma"/>
                <a:cs typeface="Tahoma"/>
              </a:rPr>
              <a:t> </a:t>
            </a:r>
            <a:r>
              <a:rPr sz="2500" spc="-1415" dirty="0">
                <a:solidFill>
                  <a:srgbClr val="BEBEBE"/>
                </a:solidFill>
                <a:latin typeface="Tahoma"/>
                <a:cs typeface="Tahoma"/>
              </a:rPr>
              <a:t>h</a:t>
            </a:r>
            <a:r>
              <a:rPr sz="2050" spc="-10" dirty="0">
                <a:solidFill>
                  <a:srgbClr val="1700AC"/>
                </a:solidFill>
                <a:latin typeface="Tahoma"/>
                <a:cs typeface="Tahoma"/>
              </a:rPr>
              <a:t>h</a:t>
            </a:r>
            <a:r>
              <a:rPr sz="2500" spc="-860" dirty="0">
                <a:solidFill>
                  <a:srgbClr val="BEBEBE"/>
                </a:solidFill>
                <a:latin typeface="Tahoma"/>
                <a:cs typeface="Tahoma"/>
              </a:rPr>
              <a:t>t</a:t>
            </a:r>
            <a:r>
              <a:rPr sz="2050" spc="-15" dirty="0">
                <a:solidFill>
                  <a:srgbClr val="1700AC"/>
                </a:solidFill>
                <a:latin typeface="Tahoma"/>
                <a:cs typeface="Tahoma"/>
              </a:rPr>
              <a:t>t</a:t>
            </a:r>
            <a:r>
              <a:rPr sz="2500" spc="-860" dirty="0">
                <a:solidFill>
                  <a:srgbClr val="BEBEBE"/>
                </a:solidFill>
                <a:latin typeface="Tahoma"/>
                <a:cs typeface="Tahoma"/>
              </a:rPr>
              <a:t>t</a:t>
            </a:r>
            <a:r>
              <a:rPr sz="2050" spc="-15" dirty="0">
                <a:solidFill>
                  <a:srgbClr val="1700AC"/>
                </a:solidFill>
                <a:latin typeface="Tahoma"/>
                <a:cs typeface="Tahoma"/>
              </a:rPr>
              <a:t>t</a:t>
            </a:r>
            <a:r>
              <a:rPr sz="2500" spc="-1410" dirty="0">
                <a:solidFill>
                  <a:srgbClr val="BEBEBE"/>
                </a:solidFill>
                <a:latin typeface="Tahoma"/>
                <a:cs typeface="Tahoma"/>
              </a:rPr>
              <a:t>p</a:t>
            </a:r>
            <a:r>
              <a:rPr sz="2050" spc="-10" dirty="0">
                <a:solidFill>
                  <a:srgbClr val="1700AC"/>
                </a:solidFill>
                <a:latin typeface="Tahoma"/>
                <a:cs typeface="Tahoma"/>
              </a:rPr>
              <a:t>p</a:t>
            </a:r>
            <a:r>
              <a:rPr sz="2500" spc="-1130" dirty="0">
                <a:solidFill>
                  <a:srgbClr val="BEBEBE"/>
                </a:solidFill>
                <a:latin typeface="Tahoma"/>
                <a:cs typeface="Tahoma"/>
              </a:rPr>
              <a:t>s</a:t>
            </a:r>
            <a:r>
              <a:rPr sz="2050" spc="-10" dirty="0">
                <a:solidFill>
                  <a:srgbClr val="1700AC"/>
                </a:solidFill>
                <a:latin typeface="Tahoma"/>
                <a:cs typeface="Tahoma"/>
              </a:rPr>
              <a:t>s</a:t>
            </a:r>
            <a:r>
              <a:rPr sz="2500" spc="-900" dirty="0">
                <a:solidFill>
                  <a:srgbClr val="BEBEBE"/>
                </a:solidFill>
                <a:latin typeface="Tahoma"/>
                <a:cs typeface="Tahoma"/>
              </a:rPr>
              <a:t>:</a:t>
            </a:r>
            <a:r>
              <a:rPr sz="2050" spc="-5" dirty="0">
                <a:solidFill>
                  <a:srgbClr val="1700AC"/>
                </a:solidFill>
                <a:latin typeface="Tahoma"/>
                <a:cs typeface="Tahoma"/>
              </a:rPr>
              <a:t>:</a:t>
            </a:r>
            <a:r>
              <a:rPr sz="2500" spc="-980" dirty="0">
                <a:solidFill>
                  <a:srgbClr val="BEBEBE"/>
                </a:solidFill>
                <a:latin typeface="Tahoma"/>
                <a:cs typeface="Tahoma"/>
              </a:rPr>
              <a:t>/</a:t>
            </a:r>
            <a:r>
              <a:rPr sz="2050" spc="-15" dirty="0">
                <a:solidFill>
                  <a:srgbClr val="1700AC"/>
                </a:solidFill>
                <a:latin typeface="Tahoma"/>
                <a:cs typeface="Tahoma"/>
              </a:rPr>
              <a:t>/</a:t>
            </a:r>
            <a:r>
              <a:rPr sz="2500" spc="-980" dirty="0">
                <a:solidFill>
                  <a:srgbClr val="BEBEBE"/>
                </a:solidFill>
                <a:latin typeface="Tahoma"/>
                <a:cs typeface="Tahoma"/>
              </a:rPr>
              <a:t>/</a:t>
            </a:r>
            <a:r>
              <a:rPr sz="2050" spc="-15" dirty="0">
                <a:solidFill>
                  <a:srgbClr val="1700AC"/>
                </a:solidFill>
                <a:latin typeface="Tahoma"/>
                <a:cs typeface="Tahoma"/>
              </a:rPr>
              <a:t>/</a:t>
            </a:r>
            <a:r>
              <a:rPr sz="2500" spc="-1330" dirty="0">
                <a:solidFill>
                  <a:srgbClr val="BEBEBE"/>
                </a:solidFill>
                <a:latin typeface="Tahoma"/>
                <a:cs typeface="Tahoma"/>
              </a:rPr>
              <a:t>a</a:t>
            </a:r>
            <a:r>
              <a:rPr sz="2050" spc="-10" dirty="0">
                <a:solidFill>
                  <a:srgbClr val="1700AC"/>
                </a:solidFill>
                <a:latin typeface="Tahoma"/>
                <a:cs typeface="Tahoma"/>
              </a:rPr>
              <a:t>a</a:t>
            </a:r>
            <a:r>
              <a:rPr sz="2500" spc="-1410" dirty="0">
                <a:solidFill>
                  <a:srgbClr val="BEBEBE"/>
                </a:solidFill>
                <a:latin typeface="Tahoma"/>
                <a:cs typeface="Tahoma"/>
              </a:rPr>
              <a:t>p</a:t>
            </a:r>
            <a:r>
              <a:rPr sz="2050" spc="-10" dirty="0">
                <a:solidFill>
                  <a:srgbClr val="1700AC"/>
                </a:solidFill>
                <a:latin typeface="Tahoma"/>
                <a:cs typeface="Tahoma"/>
              </a:rPr>
              <a:t>p</a:t>
            </a:r>
            <a:r>
              <a:rPr sz="2500" spc="-1410" dirty="0">
                <a:solidFill>
                  <a:srgbClr val="BEBEBE"/>
                </a:solidFill>
                <a:latin typeface="Tahoma"/>
                <a:cs typeface="Tahoma"/>
              </a:rPr>
              <a:t>p</a:t>
            </a:r>
            <a:r>
              <a:rPr sz="2050" spc="-10" dirty="0">
                <a:solidFill>
                  <a:srgbClr val="1700AC"/>
                </a:solidFill>
                <a:latin typeface="Tahoma"/>
                <a:cs typeface="Tahoma"/>
              </a:rPr>
              <a:t>p</a:t>
            </a:r>
            <a:r>
              <a:rPr sz="2500" spc="-785" dirty="0">
                <a:solidFill>
                  <a:srgbClr val="BEBEBE"/>
                </a:solidFill>
                <a:latin typeface="Tahoma"/>
                <a:cs typeface="Tahoma"/>
              </a:rPr>
              <a:t>.</a:t>
            </a:r>
            <a:r>
              <a:rPr sz="2050" spc="-5" dirty="0">
                <a:solidFill>
                  <a:srgbClr val="1700AC"/>
                </a:solidFill>
                <a:latin typeface="Tahoma"/>
                <a:cs typeface="Tahoma"/>
              </a:rPr>
              <a:t>.</a:t>
            </a:r>
            <a:r>
              <a:rPr sz="2500" spc="-1330" dirty="0">
                <a:solidFill>
                  <a:srgbClr val="BEBEBE"/>
                </a:solidFill>
                <a:latin typeface="Tahoma"/>
                <a:cs typeface="Tahoma"/>
              </a:rPr>
              <a:t>e</a:t>
            </a:r>
            <a:r>
              <a:rPr sz="2050" spc="-10" dirty="0">
                <a:solidFill>
                  <a:srgbClr val="1700AC"/>
                </a:solidFill>
                <a:latin typeface="Tahoma"/>
                <a:cs typeface="Tahoma"/>
              </a:rPr>
              <a:t>e</a:t>
            </a:r>
            <a:r>
              <a:rPr sz="2500" spc="-915" dirty="0">
                <a:solidFill>
                  <a:srgbClr val="BEBEBE"/>
                </a:solidFill>
                <a:latin typeface="Tahoma"/>
                <a:cs typeface="Tahoma"/>
              </a:rPr>
              <a:t>r</a:t>
            </a:r>
            <a:r>
              <a:rPr sz="2050" spc="-10" dirty="0">
                <a:solidFill>
                  <a:srgbClr val="1700AC"/>
                </a:solidFill>
                <a:latin typeface="Tahoma"/>
                <a:cs typeface="Tahoma"/>
              </a:rPr>
              <a:t>r</a:t>
            </a:r>
            <a:r>
              <a:rPr sz="2500" spc="-1330" dirty="0">
                <a:solidFill>
                  <a:srgbClr val="BEBEBE"/>
                </a:solidFill>
                <a:latin typeface="Tahoma"/>
                <a:cs typeface="Tahoma"/>
              </a:rPr>
              <a:t>a</a:t>
            </a:r>
            <a:r>
              <a:rPr sz="2050" spc="-10" dirty="0">
                <a:solidFill>
                  <a:srgbClr val="1700AC"/>
                </a:solidFill>
                <a:latin typeface="Tahoma"/>
                <a:cs typeface="Tahoma"/>
              </a:rPr>
              <a:t>a</a:t>
            </a:r>
            <a:r>
              <a:rPr sz="2500" spc="-1130" dirty="0">
                <a:solidFill>
                  <a:srgbClr val="BEBEBE"/>
                </a:solidFill>
                <a:latin typeface="Tahoma"/>
                <a:cs typeface="Tahoma"/>
              </a:rPr>
              <a:t>s</a:t>
            </a:r>
            <a:r>
              <a:rPr sz="2050" spc="-10" dirty="0">
                <a:solidFill>
                  <a:srgbClr val="1700AC"/>
                </a:solidFill>
                <a:latin typeface="Tahoma"/>
                <a:cs typeface="Tahoma"/>
              </a:rPr>
              <a:t>s</a:t>
            </a:r>
            <a:r>
              <a:rPr sz="2500" spc="-1330" dirty="0">
                <a:solidFill>
                  <a:srgbClr val="BEBEBE"/>
                </a:solidFill>
                <a:latin typeface="Tahoma"/>
                <a:cs typeface="Tahoma"/>
              </a:rPr>
              <a:t>e</a:t>
            </a:r>
            <a:r>
              <a:rPr sz="2050" spc="-10" dirty="0">
                <a:solidFill>
                  <a:srgbClr val="1700AC"/>
                </a:solidFill>
                <a:latin typeface="Tahoma"/>
                <a:cs typeface="Tahoma"/>
              </a:rPr>
              <a:t>e</a:t>
            </a:r>
            <a:r>
              <a:rPr sz="2500" spc="-915" dirty="0">
                <a:solidFill>
                  <a:srgbClr val="BEBEBE"/>
                </a:solidFill>
                <a:latin typeface="Tahoma"/>
                <a:cs typeface="Tahoma"/>
              </a:rPr>
              <a:t>r</a:t>
            </a:r>
            <a:r>
              <a:rPr sz="2050" spc="-10" dirty="0">
                <a:solidFill>
                  <a:srgbClr val="1700AC"/>
                </a:solidFill>
                <a:latin typeface="Tahoma"/>
                <a:cs typeface="Tahoma"/>
              </a:rPr>
              <a:t>r</a:t>
            </a:r>
            <a:r>
              <a:rPr sz="2500" spc="-785" dirty="0">
                <a:solidFill>
                  <a:srgbClr val="BEBEBE"/>
                </a:solidFill>
                <a:latin typeface="Tahoma"/>
                <a:cs typeface="Tahoma"/>
              </a:rPr>
              <a:t>.</a:t>
            </a:r>
            <a:r>
              <a:rPr sz="2050" spc="-5" dirty="0">
                <a:solidFill>
                  <a:srgbClr val="1700AC"/>
                </a:solidFill>
                <a:latin typeface="Tahoma"/>
                <a:cs typeface="Tahoma"/>
              </a:rPr>
              <a:t>.</a:t>
            </a:r>
            <a:r>
              <a:rPr sz="2500" spc="-575" dirty="0">
                <a:solidFill>
                  <a:srgbClr val="BEBEBE"/>
                </a:solidFill>
                <a:latin typeface="Tahoma"/>
                <a:cs typeface="Tahoma"/>
              </a:rPr>
              <a:t>i</a:t>
            </a:r>
            <a:r>
              <a:rPr sz="2050" spc="-5" dirty="0">
                <a:solidFill>
                  <a:srgbClr val="1700AC"/>
                </a:solidFill>
                <a:latin typeface="Tahoma"/>
                <a:cs typeface="Tahoma"/>
              </a:rPr>
              <a:t>i</a:t>
            </a:r>
            <a:r>
              <a:rPr sz="2500" spc="-1370" dirty="0">
                <a:solidFill>
                  <a:srgbClr val="BEBEBE"/>
                </a:solidFill>
                <a:latin typeface="Tahoma"/>
                <a:cs typeface="Tahoma"/>
              </a:rPr>
              <a:t>o</a:t>
            </a:r>
            <a:r>
              <a:rPr sz="2050" spc="-10" dirty="0">
                <a:solidFill>
                  <a:srgbClr val="1700AC"/>
                </a:solidFill>
                <a:latin typeface="Tahoma"/>
                <a:cs typeface="Tahoma"/>
              </a:rPr>
              <a:t>o</a:t>
            </a:r>
            <a:r>
              <a:rPr sz="2500" spc="-980" dirty="0">
                <a:solidFill>
                  <a:srgbClr val="BEBEBE"/>
                </a:solidFill>
                <a:latin typeface="Tahoma"/>
                <a:cs typeface="Tahoma"/>
              </a:rPr>
              <a:t>/</a:t>
            </a:r>
            <a:r>
              <a:rPr sz="2050" spc="-15" dirty="0">
                <a:solidFill>
                  <a:srgbClr val="1700AC"/>
                </a:solidFill>
                <a:latin typeface="Tahoma"/>
                <a:cs typeface="Tahoma"/>
              </a:rPr>
              <a:t>/</a:t>
            </a:r>
            <a:r>
              <a:rPr sz="2500" spc="-1880" dirty="0">
                <a:solidFill>
                  <a:srgbClr val="BEBEBE"/>
                </a:solidFill>
                <a:latin typeface="Tahoma"/>
                <a:cs typeface="Tahoma"/>
              </a:rPr>
              <a:t>w</a:t>
            </a:r>
            <a:r>
              <a:rPr sz="2050" spc="-15" dirty="0">
                <a:solidFill>
                  <a:srgbClr val="1700AC"/>
                </a:solidFill>
                <a:latin typeface="Tahoma"/>
                <a:cs typeface="Tahoma"/>
              </a:rPr>
              <a:t>w</a:t>
            </a:r>
            <a:r>
              <a:rPr sz="2500" spc="-1370" dirty="0">
                <a:solidFill>
                  <a:srgbClr val="BEBEBE"/>
                </a:solidFill>
                <a:latin typeface="Tahoma"/>
                <a:cs typeface="Tahoma"/>
              </a:rPr>
              <a:t>o</a:t>
            </a:r>
            <a:r>
              <a:rPr sz="2050" spc="-10" dirty="0">
                <a:solidFill>
                  <a:srgbClr val="1700AC"/>
                </a:solidFill>
                <a:latin typeface="Tahoma"/>
                <a:cs typeface="Tahoma"/>
              </a:rPr>
              <a:t>o</a:t>
            </a:r>
            <a:r>
              <a:rPr sz="2500" spc="-915" dirty="0">
                <a:solidFill>
                  <a:srgbClr val="BEBEBE"/>
                </a:solidFill>
                <a:latin typeface="Tahoma"/>
                <a:cs typeface="Tahoma"/>
              </a:rPr>
              <a:t>r</a:t>
            </a:r>
            <a:r>
              <a:rPr sz="2050" spc="-10" dirty="0">
                <a:solidFill>
                  <a:srgbClr val="1700AC"/>
                </a:solidFill>
                <a:latin typeface="Tahoma"/>
                <a:cs typeface="Tahoma"/>
              </a:rPr>
              <a:t>r</a:t>
            </a:r>
            <a:r>
              <a:rPr sz="2500" spc="-1260" dirty="0">
                <a:solidFill>
                  <a:srgbClr val="BEBEBE"/>
                </a:solidFill>
                <a:latin typeface="Tahoma"/>
                <a:cs typeface="Tahoma"/>
              </a:rPr>
              <a:t>k</a:t>
            </a:r>
            <a:r>
              <a:rPr sz="2050" spc="-15" dirty="0">
                <a:solidFill>
                  <a:srgbClr val="1700AC"/>
                </a:solidFill>
                <a:latin typeface="Tahoma"/>
                <a:cs typeface="Tahoma"/>
              </a:rPr>
              <a:t>k</a:t>
            </a:r>
            <a:r>
              <a:rPr sz="2500" spc="-1130" dirty="0">
                <a:solidFill>
                  <a:srgbClr val="BEBEBE"/>
                </a:solidFill>
                <a:latin typeface="Tahoma"/>
                <a:cs typeface="Tahoma"/>
              </a:rPr>
              <a:t>s</a:t>
            </a:r>
            <a:r>
              <a:rPr sz="2050" spc="-10" dirty="0">
                <a:solidFill>
                  <a:srgbClr val="1700AC"/>
                </a:solidFill>
                <a:latin typeface="Tahoma"/>
                <a:cs typeface="Tahoma"/>
              </a:rPr>
              <a:t>s</a:t>
            </a:r>
            <a:r>
              <a:rPr sz="2500" spc="-1410" dirty="0">
                <a:solidFill>
                  <a:srgbClr val="BEBEBE"/>
                </a:solidFill>
                <a:latin typeface="Tahoma"/>
                <a:cs typeface="Tahoma"/>
              </a:rPr>
              <a:t>p</a:t>
            </a:r>
            <a:r>
              <a:rPr sz="2050" spc="-10" dirty="0">
                <a:solidFill>
                  <a:srgbClr val="1700AC"/>
                </a:solidFill>
                <a:latin typeface="Tahoma"/>
                <a:cs typeface="Tahoma"/>
              </a:rPr>
              <a:t>p</a:t>
            </a:r>
            <a:r>
              <a:rPr sz="2500" spc="-1330" dirty="0">
                <a:solidFill>
                  <a:srgbClr val="BEBEBE"/>
                </a:solidFill>
                <a:latin typeface="Tahoma"/>
                <a:cs typeface="Tahoma"/>
              </a:rPr>
              <a:t>a</a:t>
            </a:r>
            <a:r>
              <a:rPr sz="2050" spc="-10" dirty="0">
                <a:solidFill>
                  <a:srgbClr val="1700AC"/>
                </a:solidFill>
                <a:latin typeface="Tahoma"/>
                <a:cs typeface="Tahoma"/>
              </a:rPr>
              <a:t>a</a:t>
            </a:r>
            <a:r>
              <a:rPr sz="2500" spc="-1180" dirty="0">
                <a:solidFill>
                  <a:srgbClr val="BEBEBE"/>
                </a:solidFill>
                <a:latin typeface="Tahoma"/>
                <a:cs typeface="Tahoma"/>
              </a:rPr>
              <a:t>c</a:t>
            </a:r>
            <a:r>
              <a:rPr sz="2050" spc="-10" dirty="0">
                <a:solidFill>
                  <a:srgbClr val="1700AC"/>
                </a:solidFill>
                <a:latin typeface="Tahoma"/>
                <a:cs typeface="Tahoma"/>
              </a:rPr>
              <a:t>c</a:t>
            </a:r>
            <a:r>
              <a:rPr sz="2500" spc="-1330" dirty="0">
                <a:solidFill>
                  <a:srgbClr val="BEBEBE"/>
                </a:solidFill>
                <a:latin typeface="Tahoma"/>
                <a:cs typeface="Tahoma"/>
              </a:rPr>
              <a:t>e</a:t>
            </a:r>
            <a:r>
              <a:rPr sz="2050" spc="-10" dirty="0">
                <a:solidFill>
                  <a:srgbClr val="1700AC"/>
                </a:solidFill>
                <a:latin typeface="Tahoma"/>
                <a:cs typeface="Tahoma"/>
              </a:rPr>
              <a:t>e</a:t>
            </a:r>
            <a:r>
              <a:rPr sz="2500" spc="-980" dirty="0">
                <a:solidFill>
                  <a:srgbClr val="BEBEBE"/>
                </a:solidFill>
                <a:latin typeface="Tahoma"/>
                <a:cs typeface="Tahoma"/>
              </a:rPr>
              <a:t>/</a:t>
            </a:r>
            <a:r>
              <a:rPr sz="2050" spc="-15" dirty="0">
                <a:solidFill>
                  <a:srgbClr val="1700AC"/>
                </a:solidFill>
                <a:latin typeface="Tahoma"/>
                <a:cs typeface="Tahoma"/>
              </a:rPr>
              <a:t>/</a:t>
            </a:r>
            <a:r>
              <a:rPr sz="2500" spc="-575" dirty="0">
                <a:solidFill>
                  <a:srgbClr val="BEBEBE"/>
                </a:solidFill>
                <a:latin typeface="Tahoma"/>
                <a:cs typeface="Tahoma"/>
              </a:rPr>
              <a:t>i</a:t>
            </a:r>
            <a:r>
              <a:rPr sz="2050" spc="-5" dirty="0">
                <a:solidFill>
                  <a:srgbClr val="1700AC"/>
                </a:solidFill>
                <a:latin typeface="Tahoma"/>
                <a:cs typeface="Tahoma"/>
              </a:rPr>
              <a:t>i</a:t>
            </a:r>
            <a:r>
              <a:rPr sz="2500" spc="-2135" dirty="0">
                <a:solidFill>
                  <a:srgbClr val="BEBEBE"/>
                </a:solidFill>
                <a:latin typeface="Tahoma"/>
                <a:cs typeface="Tahoma"/>
              </a:rPr>
              <a:t>m</a:t>
            </a:r>
            <a:r>
              <a:rPr sz="2050" spc="-10" dirty="0">
                <a:solidFill>
                  <a:srgbClr val="1700AC"/>
                </a:solidFill>
                <a:latin typeface="Tahoma"/>
                <a:cs typeface="Tahoma"/>
              </a:rPr>
              <a:t>m</a:t>
            </a:r>
            <a:r>
              <a:rPr sz="2500" spc="-1385" dirty="0">
                <a:solidFill>
                  <a:srgbClr val="BEBEBE"/>
                </a:solidFill>
                <a:latin typeface="Tahoma"/>
                <a:cs typeface="Tahoma"/>
              </a:rPr>
              <a:t>7</a:t>
            </a:r>
            <a:r>
              <a:rPr sz="2050" spc="-5" dirty="0">
                <a:solidFill>
                  <a:srgbClr val="1700AC"/>
                </a:solidFill>
                <a:latin typeface="Tahoma"/>
                <a:cs typeface="Tahoma"/>
              </a:rPr>
              <a:t>7</a:t>
            </a:r>
            <a:r>
              <a:rPr sz="2050" spc="509" dirty="0">
                <a:solidFill>
                  <a:srgbClr val="1700AC"/>
                </a:solidFill>
                <a:latin typeface="Tahoma"/>
                <a:cs typeface="Tahoma"/>
              </a:rPr>
              <a:t> </a:t>
            </a:r>
            <a:r>
              <a:rPr sz="2500" spc="-1789" dirty="0">
                <a:solidFill>
                  <a:srgbClr val="BEBEBE"/>
                </a:solidFill>
                <a:latin typeface="Tahoma"/>
                <a:cs typeface="Tahoma"/>
              </a:rPr>
              <a:t>Q</a:t>
            </a:r>
            <a:r>
              <a:rPr sz="2050" spc="-15" dirty="0">
                <a:solidFill>
                  <a:srgbClr val="1700AC"/>
                </a:solidFill>
                <a:latin typeface="Tahoma"/>
                <a:cs typeface="Tahoma"/>
              </a:rPr>
              <a:t>Q</a:t>
            </a:r>
            <a:r>
              <a:rPr sz="2500" spc="-865" dirty="0">
                <a:solidFill>
                  <a:srgbClr val="BEBEBE"/>
                </a:solidFill>
                <a:latin typeface="Tahoma"/>
                <a:cs typeface="Tahoma"/>
              </a:rPr>
              <a:t>t</a:t>
            </a:r>
            <a:r>
              <a:rPr sz="2050" spc="-20" dirty="0">
                <a:solidFill>
                  <a:srgbClr val="1700AC"/>
                </a:solidFill>
                <a:latin typeface="Tahoma"/>
                <a:cs typeface="Tahoma"/>
              </a:rPr>
              <a:t>t</a:t>
            </a:r>
            <a:r>
              <a:rPr sz="2500" spc="-1335" dirty="0">
                <a:solidFill>
                  <a:srgbClr val="BEBEBE"/>
                </a:solidFill>
                <a:latin typeface="Tahoma"/>
                <a:cs typeface="Tahoma"/>
              </a:rPr>
              <a:t>e</a:t>
            </a:r>
            <a:r>
              <a:rPr sz="2050" spc="-15" dirty="0">
                <a:solidFill>
                  <a:srgbClr val="1700AC"/>
                </a:solidFill>
                <a:latin typeface="Tahoma"/>
                <a:cs typeface="Tahoma"/>
              </a:rPr>
              <a:t>e</a:t>
            </a:r>
            <a:r>
              <a:rPr sz="2500" spc="-2300" dirty="0">
                <a:solidFill>
                  <a:srgbClr val="BEBEBE"/>
                </a:solidFill>
                <a:latin typeface="Tahoma"/>
                <a:cs typeface="Tahoma"/>
              </a:rPr>
              <a:t>W</a:t>
            </a:r>
            <a:r>
              <a:rPr sz="2050" spc="-20" dirty="0">
                <a:solidFill>
                  <a:srgbClr val="1700AC"/>
                </a:solidFill>
                <a:latin typeface="Tahoma"/>
                <a:cs typeface="Tahoma"/>
              </a:rPr>
              <a:t>W</a:t>
            </a:r>
            <a:r>
              <a:rPr sz="2500" spc="-1265" dirty="0">
                <a:solidFill>
                  <a:srgbClr val="BEBEBE"/>
                </a:solidFill>
                <a:latin typeface="Tahoma"/>
                <a:cs typeface="Tahoma"/>
              </a:rPr>
              <a:t>k</a:t>
            </a:r>
            <a:r>
              <a:rPr sz="2050" spc="-20" dirty="0">
                <a:solidFill>
                  <a:srgbClr val="1700AC"/>
                </a:solidFill>
                <a:latin typeface="Tahoma"/>
                <a:cs typeface="Tahoma"/>
              </a:rPr>
              <a:t>k</a:t>
            </a:r>
            <a:r>
              <a:rPr sz="2500" spc="-1510" dirty="0">
                <a:solidFill>
                  <a:srgbClr val="BEBEBE"/>
                </a:solidFill>
                <a:latin typeface="Tahoma"/>
                <a:cs typeface="Tahoma"/>
              </a:rPr>
              <a:t>V</a:t>
            </a:r>
            <a:r>
              <a:rPr sz="2050" spc="-20" dirty="0">
                <a:solidFill>
                  <a:srgbClr val="1700AC"/>
                </a:solidFill>
                <a:latin typeface="Tahoma"/>
                <a:cs typeface="Tahoma"/>
              </a:rPr>
              <a:t>V</a:t>
            </a:r>
            <a:r>
              <a:rPr sz="2500" spc="-1510" dirty="0">
                <a:solidFill>
                  <a:srgbClr val="BEBEBE"/>
                </a:solidFill>
                <a:latin typeface="Tahoma"/>
                <a:cs typeface="Tahoma"/>
              </a:rPr>
              <a:t>C</a:t>
            </a:r>
            <a:r>
              <a:rPr sz="2050" spc="-15" dirty="0">
                <a:solidFill>
                  <a:srgbClr val="1700AC"/>
                </a:solidFill>
                <a:latin typeface="Tahoma"/>
                <a:cs typeface="Tahoma"/>
              </a:rPr>
              <a:t>C</a:t>
            </a:r>
            <a:r>
              <a:rPr sz="2500" spc="-1390" dirty="0">
                <a:solidFill>
                  <a:srgbClr val="BEBEBE"/>
                </a:solidFill>
                <a:latin typeface="Tahoma"/>
                <a:cs typeface="Tahoma"/>
              </a:rPr>
              <a:t>9</a:t>
            </a:r>
            <a:r>
              <a:rPr sz="2050" spc="-15" dirty="0">
                <a:solidFill>
                  <a:srgbClr val="1700AC"/>
                </a:solidFill>
                <a:latin typeface="Tahoma"/>
                <a:cs typeface="Tahoma"/>
              </a:rPr>
              <a:t>9</a:t>
            </a:r>
            <a:r>
              <a:rPr sz="2250" spc="-585" dirty="0">
                <a:solidFill>
                  <a:srgbClr val="BEBEBE"/>
                </a:solidFill>
                <a:latin typeface="Calibri"/>
                <a:cs typeface="Calibri"/>
              </a:rPr>
              <a:t>I</a:t>
            </a:r>
            <a:r>
              <a:rPr sz="2050" spc="-10" dirty="0">
                <a:solidFill>
                  <a:srgbClr val="1700AC"/>
                </a:solidFill>
                <a:latin typeface="Tahoma"/>
                <a:cs typeface="Tahoma"/>
              </a:rPr>
              <a:t>I</a:t>
            </a:r>
            <a:r>
              <a:rPr sz="2500" spc="-1405" dirty="0">
                <a:solidFill>
                  <a:srgbClr val="BEBEBE"/>
                </a:solidFill>
                <a:latin typeface="Tahoma"/>
                <a:cs typeface="Tahoma"/>
              </a:rPr>
              <a:t>S</a:t>
            </a:r>
            <a:r>
              <a:rPr sz="2050" spc="-20" dirty="0">
                <a:solidFill>
                  <a:srgbClr val="1700AC"/>
                </a:solidFill>
                <a:latin typeface="Tahoma"/>
                <a:cs typeface="Tahoma"/>
              </a:rPr>
              <a:t>S</a:t>
            </a:r>
            <a:r>
              <a:rPr sz="2500" spc="-1135" dirty="0">
                <a:solidFill>
                  <a:srgbClr val="BEBEBE"/>
                </a:solidFill>
                <a:latin typeface="Tahoma"/>
                <a:cs typeface="Tahoma"/>
              </a:rPr>
              <a:t>s</a:t>
            </a:r>
            <a:r>
              <a:rPr sz="2050" spc="-15" dirty="0">
                <a:solidFill>
                  <a:srgbClr val="1700AC"/>
                </a:solidFill>
                <a:latin typeface="Tahoma"/>
                <a:cs typeface="Tahoma"/>
              </a:rPr>
              <a:t>s</a:t>
            </a:r>
            <a:r>
              <a:rPr sz="2500" spc="-1575" dirty="0">
                <a:solidFill>
                  <a:srgbClr val="BEBEBE"/>
                </a:solidFill>
                <a:latin typeface="Tahoma"/>
                <a:cs typeface="Tahoma"/>
              </a:rPr>
              <a:t>R</a:t>
            </a:r>
            <a:r>
              <a:rPr sz="2050" spc="-20" dirty="0">
                <a:solidFill>
                  <a:srgbClr val="1700AC"/>
                </a:solidFill>
                <a:latin typeface="Tahoma"/>
                <a:cs typeface="Tahoma"/>
              </a:rPr>
              <a:t>R</a:t>
            </a:r>
            <a:r>
              <a:rPr sz="2500" spc="-1135" dirty="0">
                <a:solidFill>
                  <a:srgbClr val="BEBEBE"/>
                </a:solidFill>
                <a:latin typeface="Tahoma"/>
                <a:cs typeface="Tahoma"/>
              </a:rPr>
              <a:t>s</a:t>
            </a:r>
            <a:r>
              <a:rPr sz="2050" spc="-15" dirty="0">
                <a:solidFill>
                  <a:srgbClr val="1700AC"/>
                </a:solidFill>
                <a:latin typeface="Tahoma"/>
                <a:cs typeface="Tahoma"/>
              </a:rPr>
              <a:t>s</a:t>
            </a:r>
            <a:r>
              <a:rPr sz="2500" spc="-1675" dirty="0">
                <a:solidFill>
                  <a:srgbClr val="BEBEBE"/>
                </a:solidFill>
                <a:latin typeface="Tahoma"/>
                <a:cs typeface="Tahoma"/>
              </a:rPr>
              <a:t>G</a:t>
            </a:r>
            <a:r>
              <a:rPr sz="2050" spc="-15" dirty="0">
                <a:solidFill>
                  <a:srgbClr val="1700AC"/>
                </a:solidFill>
                <a:latin typeface="Tahoma"/>
                <a:cs typeface="Tahoma"/>
              </a:rPr>
              <a:t>G</a:t>
            </a:r>
            <a:r>
              <a:rPr sz="2500" spc="-1265" dirty="0">
                <a:solidFill>
                  <a:srgbClr val="BEBEBE"/>
                </a:solidFill>
                <a:latin typeface="Tahoma"/>
                <a:cs typeface="Tahoma"/>
              </a:rPr>
              <a:t>k</a:t>
            </a:r>
            <a:r>
              <a:rPr sz="2050" spc="-20" dirty="0">
                <a:solidFill>
                  <a:srgbClr val="1700AC"/>
                </a:solidFill>
                <a:latin typeface="Tahoma"/>
                <a:cs typeface="Tahoma"/>
              </a:rPr>
              <a:t>k</a:t>
            </a:r>
            <a:r>
              <a:rPr sz="2250" spc="-585" dirty="0">
                <a:solidFill>
                  <a:srgbClr val="BEBEBE"/>
                </a:solidFill>
                <a:latin typeface="Calibri"/>
                <a:cs typeface="Calibri"/>
              </a:rPr>
              <a:t>I</a:t>
            </a:r>
            <a:r>
              <a:rPr sz="2050" spc="-10" dirty="0">
                <a:solidFill>
                  <a:srgbClr val="1700AC"/>
                </a:solidFill>
                <a:latin typeface="Tahoma"/>
                <a:cs typeface="Tahoma"/>
              </a:rPr>
              <a:t>I</a:t>
            </a:r>
            <a:r>
              <a:rPr sz="2500" spc="-1390" dirty="0">
                <a:solidFill>
                  <a:srgbClr val="BEBEBE"/>
                </a:solidFill>
                <a:latin typeface="Tahoma"/>
                <a:cs typeface="Tahoma"/>
              </a:rPr>
              <a:t>8</a:t>
            </a:r>
            <a:r>
              <a:rPr sz="2050" spc="-15" dirty="0">
                <a:solidFill>
                  <a:srgbClr val="1700AC"/>
                </a:solidFill>
                <a:latin typeface="Tahoma"/>
                <a:cs typeface="Tahoma"/>
              </a:rPr>
              <a:t>8</a:t>
            </a:r>
            <a:r>
              <a:rPr sz="2500" spc="-1215" dirty="0">
                <a:solidFill>
                  <a:srgbClr val="BEBEBE"/>
                </a:solidFill>
                <a:latin typeface="Tahoma"/>
                <a:cs typeface="Tahoma"/>
              </a:rPr>
              <a:t>?</a:t>
            </a:r>
            <a:r>
              <a:rPr sz="2050" spc="-20" dirty="0">
                <a:solidFill>
                  <a:srgbClr val="1700AC"/>
                </a:solidFill>
                <a:latin typeface="Tahoma"/>
                <a:cs typeface="Tahoma"/>
              </a:rPr>
              <a:t>?</a:t>
            </a:r>
            <a:r>
              <a:rPr sz="2500" spc="-1375" dirty="0">
                <a:solidFill>
                  <a:srgbClr val="BEBEBE"/>
                </a:solidFill>
                <a:latin typeface="Tahoma"/>
                <a:cs typeface="Tahoma"/>
              </a:rPr>
              <a:t>o</a:t>
            </a:r>
            <a:r>
              <a:rPr sz="2050" spc="-15" dirty="0">
                <a:solidFill>
                  <a:srgbClr val="1700AC"/>
                </a:solidFill>
                <a:latin typeface="Tahoma"/>
                <a:cs typeface="Tahoma"/>
              </a:rPr>
              <a:t>o</a:t>
            </a:r>
            <a:r>
              <a:rPr sz="2500" spc="-919" dirty="0">
                <a:solidFill>
                  <a:srgbClr val="BEBEBE"/>
                </a:solidFill>
                <a:latin typeface="Tahoma"/>
                <a:cs typeface="Tahoma"/>
              </a:rPr>
              <a:t>r</a:t>
            </a:r>
            <a:r>
              <a:rPr sz="2050" spc="-15" dirty="0">
                <a:solidFill>
                  <a:srgbClr val="1700AC"/>
                </a:solidFill>
                <a:latin typeface="Tahoma"/>
                <a:cs typeface="Tahoma"/>
              </a:rPr>
              <a:t>r</a:t>
            </a:r>
            <a:r>
              <a:rPr sz="2500" spc="-580" dirty="0">
                <a:solidFill>
                  <a:srgbClr val="BEBEBE"/>
                </a:solidFill>
                <a:latin typeface="Tahoma"/>
                <a:cs typeface="Tahoma"/>
              </a:rPr>
              <a:t>i</a:t>
            </a:r>
            <a:r>
              <a:rPr sz="2050" spc="-10" dirty="0">
                <a:solidFill>
                  <a:srgbClr val="1700AC"/>
                </a:solidFill>
                <a:latin typeface="Tahoma"/>
                <a:cs typeface="Tahoma"/>
              </a:rPr>
              <a:t>i</a:t>
            </a:r>
            <a:r>
              <a:rPr sz="2500" spc="-1400" dirty="0">
                <a:solidFill>
                  <a:srgbClr val="BEBEBE"/>
                </a:solidFill>
                <a:latin typeface="Tahoma"/>
                <a:cs typeface="Tahoma"/>
              </a:rPr>
              <a:t>g</a:t>
            </a:r>
            <a:r>
              <a:rPr sz="2050" spc="-20" dirty="0">
                <a:solidFill>
                  <a:srgbClr val="1700AC"/>
                </a:solidFill>
                <a:latin typeface="Tahoma"/>
                <a:cs typeface="Tahoma"/>
              </a:rPr>
              <a:t>g</a:t>
            </a:r>
            <a:r>
              <a:rPr sz="2500" spc="-580" dirty="0">
                <a:solidFill>
                  <a:srgbClr val="BEBEBE"/>
                </a:solidFill>
                <a:latin typeface="Tahoma"/>
                <a:cs typeface="Tahoma"/>
              </a:rPr>
              <a:t>i</a:t>
            </a:r>
            <a:r>
              <a:rPr sz="2050" spc="-10" dirty="0">
                <a:solidFill>
                  <a:srgbClr val="1700AC"/>
                </a:solidFill>
                <a:latin typeface="Tahoma"/>
                <a:cs typeface="Tahoma"/>
              </a:rPr>
              <a:t>i</a:t>
            </a:r>
            <a:r>
              <a:rPr sz="2500" spc="-1420" dirty="0">
                <a:solidFill>
                  <a:srgbClr val="BEBEBE"/>
                </a:solidFill>
                <a:latin typeface="Tahoma"/>
                <a:cs typeface="Tahoma"/>
              </a:rPr>
              <a:t>n</a:t>
            </a:r>
            <a:r>
              <a:rPr sz="2050" spc="-15" dirty="0">
                <a:solidFill>
                  <a:srgbClr val="1700AC"/>
                </a:solidFill>
                <a:latin typeface="Tahoma"/>
                <a:cs typeface="Tahoma"/>
              </a:rPr>
              <a:t>n</a:t>
            </a:r>
            <a:r>
              <a:rPr sz="2500" spc="-1839" dirty="0">
                <a:solidFill>
                  <a:srgbClr val="BEBEBE"/>
                </a:solidFill>
                <a:latin typeface="Tahoma"/>
                <a:cs typeface="Tahoma"/>
              </a:rPr>
              <a:t>=</a:t>
            </a:r>
            <a:r>
              <a:rPr sz="2050" spc="-20" dirty="0">
                <a:solidFill>
                  <a:srgbClr val="1700AC"/>
                </a:solidFill>
                <a:latin typeface="Tahoma"/>
                <a:cs typeface="Tahoma"/>
              </a:rPr>
              <a:t>=</a:t>
            </a:r>
            <a:r>
              <a:rPr sz="2500" spc="-1135" dirty="0">
                <a:solidFill>
                  <a:srgbClr val="BEBEBE"/>
                </a:solidFill>
                <a:latin typeface="Tahoma"/>
                <a:cs typeface="Tahoma"/>
              </a:rPr>
              <a:t>s</a:t>
            </a:r>
            <a:r>
              <a:rPr sz="2050" spc="-15" dirty="0">
                <a:solidFill>
                  <a:srgbClr val="1700AC"/>
                </a:solidFill>
                <a:latin typeface="Tahoma"/>
                <a:cs typeface="Tahoma"/>
              </a:rPr>
              <a:t>s</a:t>
            </a:r>
            <a:r>
              <a:rPr sz="2500" spc="-1420" dirty="0">
                <a:solidFill>
                  <a:srgbClr val="BEBEBE"/>
                </a:solidFill>
                <a:latin typeface="Tahoma"/>
                <a:cs typeface="Tahoma"/>
              </a:rPr>
              <a:t>h</a:t>
            </a:r>
            <a:r>
              <a:rPr sz="2050" spc="-15" dirty="0">
                <a:solidFill>
                  <a:srgbClr val="1700AC"/>
                </a:solidFill>
                <a:latin typeface="Tahoma"/>
                <a:cs typeface="Tahoma"/>
              </a:rPr>
              <a:t>h</a:t>
            </a:r>
            <a:r>
              <a:rPr sz="2500" spc="-1335" dirty="0">
                <a:solidFill>
                  <a:srgbClr val="BEBEBE"/>
                </a:solidFill>
                <a:latin typeface="Tahoma"/>
                <a:cs typeface="Tahoma"/>
              </a:rPr>
              <a:t>a</a:t>
            </a:r>
            <a:r>
              <a:rPr sz="2050" spc="-15" dirty="0">
                <a:solidFill>
                  <a:srgbClr val="1700AC"/>
                </a:solidFill>
                <a:latin typeface="Tahoma"/>
                <a:cs typeface="Tahoma"/>
              </a:rPr>
              <a:t>a</a:t>
            </a:r>
            <a:r>
              <a:rPr sz="2500" spc="-919" dirty="0">
                <a:solidFill>
                  <a:srgbClr val="BEBEBE"/>
                </a:solidFill>
                <a:latin typeface="Tahoma"/>
                <a:cs typeface="Tahoma"/>
              </a:rPr>
              <a:t>r</a:t>
            </a:r>
            <a:r>
              <a:rPr sz="2050" spc="-15" dirty="0">
                <a:solidFill>
                  <a:srgbClr val="1700AC"/>
                </a:solidFill>
                <a:latin typeface="Tahoma"/>
                <a:cs typeface="Tahoma"/>
              </a:rPr>
              <a:t>r</a:t>
            </a:r>
            <a:r>
              <a:rPr sz="2500" spc="-1335" dirty="0">
                <a:solidFill>
                  <a:srgbClr val="BEBEBE"/>
                </a:solidFill>
                <a:latin typeface="Tahoma"/>
                <a:cs typeface="Tahoma"/>
              </a:rPr>
              <a:t>e</a:t>
            </a:r>
            <a:r>
              <a:rPr sz="2050" spc="-10" dirty="0">
                <a:solidFill>
                  <a:srgbClr val="1700AC"/>
                </a:solidFill>
                <a:latin typeface="Tahoma"/>
                <a:cs typeface="Tahoma"/>
              </a:rPr>
              <a:t>e</a:t>
            </a:r>
            <a:endParaRPr sz="205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763866" y="82115"/>
            <a:ext cx="34442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u="heavy" spc="7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Our</a:t>
            </a:r>
            <a:r>
              <a:rPr sz="2800" u="heavy" spc="-9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Present</a:t>
            </a:r>
            <a:r>
              <a:rPr sz="2800" u="heavy" spc="-9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sz="2800" u="heavy" spc="-1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Productt</a:t>
            </a:r>
            <a:endParaRPr sz="280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7246600" y="9232962"/>
            <a:ext cx="1790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4</a:t>
            </a:r>
            <a:endParaRPr sz="20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object 3"/>
            <p:cNvSpPr/>
            <p:nvPr/>
          </p:nvSpPr>
          <p:spPr>
            <a:xfrm>
              <a:off x="659868" y="0"/>
              <a:ext cx="16964025" cy="10287000"/>
            </a:xfrm>
            <a:custGeom>
              <a:avLst/>
              <a:gdLst/>
              <a:ahLst/>
              <a:cxnLst/>
              <a:rect l="l" t="t" r="r" b="b"/>
              <a:pathLst>
                <a:path w="16964025" h="10287000">
                  <a:moveTo>
                    <a:pt x="16964023" y="10286999"/>
                  </a:moveTo>
                  <a:lnTo>
                    <a:pt x="0" y="10286999"/>
                  </a:lnTo>
                  <a:lnTo>
                    <a:pt x="0" y="0"/>
                  </a:lnTo>
                  <a:lnTo>
                    <a:pt x="16964023" y="0"/>
                  </a:lnTo>
                  <a:lnTo>
                    <a:pt x="16964023" y="10286999"/>
                  </a:lnTo>
                  <a:close/>
                </a:path>
              </a:pathLst>
            </a:custGeom>
            <a:solidFill>
              <a:srgbClr val="FFF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1345501" y="484543"/>
                  </a:moveTo>
                  <a:lnTo>
                    <a:pt x="1344218" y="436575"/>
                  </a:lnTo>
                  <a:lnTo>
                    <a:pt x="1340383" y="389293"/>
                  </a:lnTo>
                  <a:lnTo>
                    <a:pt x="1334071" y="342747"/>
                  </a:lnTo>
                  <a:lnTo>
                    <a:pt x="1325346" y="297014"/>
                  </a:lnTo>
                  <a:lnTo>
                    <a:pt x="1314284" y="252158"/>
                  </a:lnTo>
                  <a:lnTo>
                    <a:pt x="1300937" y="208241"/>
                  </a:lnTo>
                  <a:lnTo>
                    <a:pt x="1285392" y="165341"/>
                  </a:lnTo>
                  <a:lnTo>
                    <a:pt x="1267701" y="123507"/>
                  </a:lnTo>
                  <a:lnTo>
                    <a:pt x="1247940" y="82816"/>
                  </a:lnTo>
                  <a:lnTo>
                    <a:pt x="1226159" y="43345"/>
                  </a:lnTo>
                  <a:lnTo>
                    <a:pt x="1202448" y="5143"/>
                  </a:lnTo>
                  <a:lnTo>
                    <a:pt x="1198880" y="0"/>
                  </a:lnTo>
                  <a:lnTo>
                    <a:pt x="0" y="0"/>
                  </a:lnTo>
                  <a:lnTo>
                    <a:pt x="0" y="1220597"/>
                  </a:lnTo>
                  <a:lnTo>
                    <a:pt x="30175" y="1239329"/>
                  </a:lnTo>
                  <a:lnTo>
                    <a:pt x="69646" y="1261110"/>
                  </a:lnTo>
                  <a:lnTo>
                    <a:pt x="110337" y="1280871"/>
                  </a:lnTo>
                  <a:lnTo>
                    <a:pt x="152158" y="1298562"/>
                  </a:lnTo>
                  <a:lnTo>
                    <a:pt x="195072" y="1314119"/>
                  </a:lnTo>
                  <a:lnTo>
                    <a:pt x="238988" y="1327454"/>
                  </a:lnTo>
                  <a:lnTo>
                    <a:pt x="283845" y="1338516"/>
                  </a:lnTo>
                  <a:lnTo>
                    <a:pt x="329577" y="1347241"/>
                  </a:lnTo>
                  <a:lnTo>
                    <a:pt x="376123" y="1353553"/>
                  </a:lnTo>
                  <a:lnTo>
                    <a:pt x="423405" y="1357388"/>
                  </a:lnTo>
                  <a:lnTo>
                    <a:pt x="471360" y="1358684"/>
                  </a:lnTo>
                  <a:lnTo>
                    <a:pt x="519328" y="1357388"/>
                  </a:lnTo>
                  <a:lnTo>
                    <a:pt x="566610" y="1353553"/>
                  </a:lnTo>
                  <a:lnTo>
                    <a:pt x="613156" y="1347241"/>
                  </a:lnTo>
                  <a:lnTo>
                    <a:pt x="658888" y="1338516"/>
                  </a:lnTo>
                  <a:lnTo>
                    <a:pt x="703745" y="1327454"/>
                  </a:lnTo>
                  <a:lnTo>
                    <a:pt x="747661" y="1314119"/>
                  </a:lnTo>
                  <a:lnTo>
                    <a:pt x="790562" y="1298562"/>
                  </a:lnTo>
                  <a:lnTo>
                    <a:pt x="832396" y="1280871"/>
                  </a:lnTo>
                  <a:lnTo>
                    <a:pt x="873086" y="1261110"/>
                  </a:lnTo>
                  <a:lnTo>
                    <a:pt x="912558" y="1239329"/>
                  </a:lnTo>
                  <a:lnTo>
                    <a:pt x="950760" y="1215618"/>
                  </a:lnTo>
                  <a:lnTo>
                    <a:pt x="987628" y="1190015"/>
                  </a:lnTo>
                  <a:lnTo>
                    <a:pt x="1023073" y="1162621"/>
                  </a:lnTo>
                  <a:lnTo>
                    <a:pt x="1057046" y="1133475"/>
                  </a:lnTo>
                  <a:lnTo>
                    <a:pt x="1089482" y="1102652"/>
                  </a:lnTo>
                  <a:lnTo>
                    <a:pt x="1120305" y="1070216"/>
                  </a:lnTo>
                  <a:lnTo>
                    <a:pt x="1149451" y="1036243"/>
                  </a:lnTo>
                  <a:lnTo>
                    <a:pt x="1176845" y="1000798"/>
                  </a:lnTo>
                  <a:lnTo>
                    <a:pt x="1202448" y="963930"/>
                  </a:lnTo>
                  <a:lnTo>
                    <a:pt x="1226159" y="925728"/>
                  </a:lnTo>
                  <a:lnTo>
                    <a:pt x="1247940" y="886256"/>
                  </a:lnTo>
                  <a:lnTo>
                    <a:pt x="1267701" y="845566"/>
                  </a:lnTo>
                  <a:lnTo>
                    <a:pt x="1285392" y="803744"/>
                  </a:lnTo>
                  <a:lnTo>
                    <a:pt x="1300937" y="760831"/>
                  </a:lnTo>
                  <a:lnTo>
                    <a:pt x="1314284" y="716915"/>
                  </a:lnTo>
                  <a:lnTo>
                    <a:pt x="1325346" y="672058"/>
                  </a:lnTo>
                  <a:lnTo>
                    <a:pt x="1334071" y="626325"/>
                  </a:lnTo>
                  <a:lnTo>
                    <a:pt x="1340383" y="579780"/>
                  </a:lnTo>
                  <a:lnTo>
                    <a:pt x="1344218" y="532498"/>
                  </a:lnTo>
                  <a:lnTo>
                    <a:pt x="1345501" y="484543"/>
                  </a:lnTo>
                  <a:close/>
                </a:path>
                <a:path w="18288000" h="10287000">
                  <a:moveTo>
                    <a:pt x="18288000" y="9019807"/>
                  </a:moveTo>
                  <a:lnTo>
                    <a:pt x="18246446" y="8996743"/>
                  </a:lnTo>
                  <a:lnTo>
                    <a:pt x="18205755" y="8976982"/>
                  </a:lnTo>
                  <a:lnTo>
                    <a:pt x="18163921" y="8959291"/>
                  </a:lnTo>
                  <a:lnTo>
                    <a:pt x="18121021" y="8943746"/>
                  </a:lnTo>
                  <a:lnTo>
                    <a:pt x="18077104" y="8930399"/>
                  </a:lnTo>
                  <a:lnTo>
                    <a:pt x="18032248" y="8919337"/>
                  </a:lnTo>
                  <a:lnTo>
                    <a:pt x="17986515" y="8910612"/>
                  </a:lnTo>
                  <a:lnTo>
                    <a:pt x="17939970" y="8904313"/>
                  </a:lnTo>
                  <a:lnTo>
                    <a:pt x="17892687" y="8900465"/>
                  </a:lnTo>
                  <a:lnTo>
                    <a:pt x="17844720" y="8899182"/>
                  </a:lnTo>
                  <a:lnTo>
                    <a:pt x="17796764" y="8900465"/>
                  </a:lnTo>
                  <a:lnTo>
                    <a:pt x="17749470" y="8904313"/>
                  </a:lnTo>
                  <a:lnTo>
                    <a:pt x="17702937" y="8910612"/>
                  </a:lnTo>
                  <a:lnTo>
                    <a:pt x="17657204" y="8919337"/>
                  </a:lnTo>
                  <a:lnTo>
                    <a:pt x="17612335" y="8930399"/>
                  </a:lnTo>
                  <a:lnTo>
                    <a:pt x="17568431" y="8943746"/>
                  </a:lnTo>
                  <a:lnTo>
                    <a:pt x="17525518" y="8959291"/>
                  </a:lnTo>
                  <a:lnTo>
                    <a:pt x="17483697" y="8976982"/>
                  </a:lnTo>
                  <a:lnTo>
                    <a:pt x="17443006" y="8996743"/>
                  </a:lnTo>
                  <a:lnTo>
                    <a:pt x="17403522" y="9018524"/>
                  </a:lnTo>
                  <a:lnTo>
                    <a:pt x="17365320" y="9042248"/>
                  </a:lnTo>
                  <a:lnTo>
                    <a:pt x="17328465" y="9067838"/>
                  </a:lnTo>
                  <a:lnTo>
                    <a:pt x="17293019" y="9095245"/>
                  </a:lnTo>
                  <a:lnTo>
                    <a:pt x="17259046" y="9124391"/>
                  </a:lnTo>
                  <a:lnTo>
                    <a:pt x="17226611" y="9155201"/>
                  </a:lnTo>
                  <a:lnTo>
                    <a:pt x="17195788" y="9187637"/>
                  </a:lnTo>
                  <a:lnTo>
                    <a:pt x="17166641" y="9221610"/>
                  </a:lnTo>
                  <a:lnTo>
                    <a:pt x="17139235" y="9257068"/>
                  </a:lnTo>
                  <a:lnTo>
                    <a:pt x="17113644" y="9293923"/>
                  </a:lnTo>
                  <a:lnTo>
                    <a:pt x="17089920" y="9332125"/>
                  </a:lnTo>
                  <a:lnTo>
                    <a:pt x="17068153" y="9371597"/>
                  </a:lnTo>
                  <a:lnTo>
                    <a:pt x="17048379" y="9412287"/>
                  </a:lnTo>
                  <a:lnTo>
                    <a:pt x="17030688" y="9454121"/>
                  </a:lnTo>
                  <a:lnTo>
                    <a:pt x="17015143" y="9497022"/>
                  </a:lnTo>
                  <a:lnTo>
                    <a:pt x="17001808" y="9540938"/>
                  </a:lnTo>
                  <a:lnTo>
                    <a:pt x="16990746" y="9585795"/>
                  </a:lnTo>
                  <a:lnTo>
                    <a:pt x="16982021" y="9631528"/>
                  </a:lnTo>
                  <a:lnTo>
                    <a:pt x="16975709" y="9678073"/>
                  </a:lnTo>
                  <a:lnTo>
                    <a:pt x="16971874" y="9725355"/>
                  </a:lnTo>
                  <a:lnTo>
                    <a:pt x="16970579" y="9773323"/>
                  </a:lnTo>
                  <a:lnTo>
                    <a:pt x="16971874" y="9821278"/>
                  </a:lnTo>
                  <a:lnTo>
                    <a:pt x="16975709" y="9868560"/>
                  </a:lnTo>
                  <a:lnTo>
                    <a:pt x="16982021" y="9915106"/>
                  </a:lnTo>
                  <a:lnTo>
                    <a:pt x="16990746" y="9960839"/>
                  </a:lnTo>
                  <a:lnTo>
                    <a:pt x="17001808" y="10005695"/>
                  </a:lnTo>
                  <a:lnTo>
                    <a:pt x="17015143" y="10049612"/>
                  </a:lnTo>
                  <a:lnTo>
                    <a:pt x="17030688" y="10092525"/>
                  </a:lnTo>
                  <a:lnTo>
                    <a:pt x="17048379" y="10134346"/>
                  </a:lnTo>
                  <a:lnTo>
                    <a:pt x="17068153" y="10175037"/>
                  </a:lnTo>
                  <a:lnTo>
                    <a:pt x="17089920" y="10214508"/>
                  </a:lnTo>
                  <a:lnTo>
                    <a:pt x="17113644" y="10252710"/>
                  </a:lnTo>
                  <a:lnTo>
                    <a:pt x="17137457" y="10287000"/>
                  </a:lnTo>
                  <a:lnTo>
                    <a:pt x="18288000" y="10287000"/>
                  </a:lnTo>
                  <a:lnTo>
                    <a:pt x="18288000" y="9019807"/>
                  </a:lnTo>
                  <a:close/>
                </a:path>
              </a:pathLst>
            </a:custGeom>
            <a:solidFill>
              <a:srgbClr val="404A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2395486"/>
              <a:ext cx="18288000" cy="7891780"/>
            </a:xfrm>
            <a:custGeom>
              <a:avLst/>
              <a:gdLst/>
              <a:ahLst/>
              <a:cxnLst/>
              <a:rect l="l" t="t" r="r" b="b"/>
              <a:pathLst>
                <a:path w="18288000" h="7891780">
                  <a:moveTo>
                    <a:pt x="1229448" y="7577239"/>
                  </a:moveTo>
                  <a:lnTo>
                    <a:pt x="1228153" y="7529284"/>
                  </a:lnTo>
                  <a:lnTo>
                    <a:pt x="1224318" y="7482002"/>
                  </a:lnTo>
                  <a:lnTo>
                    <a:pt x="1218006" y="7435456"/>
                  </a:lnTo>
                  <a:lnTo>
                    <a:pt x="1209281" y="7389723"/>
                  </a:lnTo>
                  <a:lnTo>
                    <a:pt x="1198219" y="7344867"/>
                  </a:lnTo>
                  <a:lnTo>
                    <a:pt x="1184884" y="7300950"/>
                  </a:lnTo>
                  <a:lnTo>
                    <a:pt x="1169339" y="7258050"/>
                  </a:lnTo>
                  <a:lnTo>
                    <a:pt x="1151648" y="7216216"/>
                  </a:lnTo>
                  <a:lnTo>
                    <a:pt x="1131874" y="7175525"/>
                  </a:lnTo>
                  <a:lnTo>
                    <a:pt x="1110107" y="7136054"/>
                  </a:lnTo>
                  <a:lnTo>
                    <a:pt x="1086383" y="7097852"/>
                  </a:lnTo>
                  <a:lnTo>
                    <a:pt x="1060792" y="7060984"/>
                  </a:lnTo>
                  <a:lnTo>
                    <a:pt x="1033386" y="7025538"/>
                  </a:lnTo>
                  <a:lnTo>
                    <a:pt x="1004239" y="6991566"/>
                  </a:lnTo>
                  <a:lnTo>
                    <a:pt x="973416" y="6959130"/>
                  </a:lnTo>
                  <a:lnTo>
                    <a:pt x="940981" y="6928307"/>
                  </a:lnTo>
                  <a:lnTo>
                    <a:pt x="907008" y="6899161"/>
                  </a:lnTo>
                  <a:lnTo>
                    <a:pt x="871562" y="6871767"/>
                  </a:lnTo>
                  <a:lnTo>
                    <a:pt x="834707" y="6846163"/>
                  </a:lnTo>
                  <a:lnTo>
                    <a:pt x="796505" y="6822453"/>
                  </a:lnTo>
                  <a:lnTo>
                    <a:pt x="757021" y="6800672"/>
                  </a:lnTo>
                  <a:lnTo>
                    <a:pt x="716343" y="6780911"/>
                  </a:lnTo>
                  <a:lnTo>
                    <a:pt x="674509" y="6763220"/>
                  </a:lnTo>
                  <a:lnTo>
                    <a:pt x="631609" y="6747662"/>
                  </a:lnTo>
                  <a:lnTo>
                    <a:pt x="587692" y="6734327"/>
                  </a:lnTo>
                  <a:lnTo>
                    <a:pt x="542836" y="6723266"/>
                  </a:lnTo>
                  <a:lnTo>
                    <a:pt x="497090" y="6714541"/>
                  </a:lnTo>
                  <a:lnTo>
                    <a:pt x="450557" y="6708229"/>
                  </a:lnTo>
                  <a:lnTo>
                    <a:pt x="403263" y="6704393"/>
                  </a:lnTo>
                  <a:lnTo>
                    <a:pt x="355307" y="6703098"/>
                  </a:lnTo>
                  <a:lnTo>
                    <a:pt x="307340" y="6704393"/>
                  </a:lnTo>
                  <a:lnTo>
                    <a:pt x="260057" y="6708229"/>
                  </a:lnTo>
                  <a:lnTo>
                    <a:pt x="213512" y="6714541"/>
                  </a:lnTo>
                  <a:lnTo>
                    <a:pt x="167779" y="6723266"/>
                  </a:lnTo>
                  <a:lnTo>
                    <a:pt x="122923" y="6734327"/>
                  </a:lnTo>
                  <a:lnTo>
                    <a:pt x="79006" y="6747662"/>
                  </a:lnTo>
                  <a:lnTo>
                    <a:pt x="36106" y="6763220"/>
                  </a:lnTo>
                  <a:lnTo>
                    <a:pt x="0" y="6778485"/>
                  </a:lnTo>
                  <a:lnTo>
                    <a:pt x="0" y="7891513"/>
                  </a:lnTo>
                  <a:lnTo>
                    <a:pt x="1171117" y="7891513"/>
                  </a:lnTo>
                  <a:lnTo>
                    <a:pt x="1184884" y="7853540"/>
                  </a:lnTo>
                  <a:lnTo>
                    <a:pt x="1198219" y="7809624"/>
                  </a:lnTo>
                  <a:lnTo>
                    <a:pt x="1209281" y="7764767"/>
                  </a:lnTo>
                  <a:lnTo>
                    <a:pt x="1218006" y="7719034"/>
                  </a:lnTo>
                  <a:lnTo>
                    <a:pt x="1224318" y="7672489"/>
                  </a:lnTo>
                  <a:lnTo>
                    <a:pt x="1228153" y="7625207"/>
                  </a:lnTo>
                  <a:lnTo>
                    <a:pt x="1229448" y="7577239"/>
                  </a:lnTo>
                  <a:close/>
                </a:path>
                <a:path w="18288000" h="7891780">
                  <a:moveTo>
                    <a:pt x="18287988" y="45199"/>
                  </a:moveTo>
                  <a:lnTo>
                    <a:pt x="18242318" y="31229"/>
                  </a:lnTo>
                  <a:lnTo>
                    <a:pt x="18197462" y="20167"/>
                  </a:lnTo>
                  <a:lnTo>
                    <a:pt x="18151729" y="11442"/>
                  </a:lnTo>
                  <a:lnTo>
                    <a:pt x="18105184" y="5130"/>
                  </a:lnTo>
                  <a:lnTo>
                    <a:pt x="18057902" y="1295"/>
                  </a:lnTo>
                  <a:lnTo>
                    <a:pt x="18009947" y="0"/>
                  </a:lnTo>
                  <a:lnTo>
                    <a:pt x="17961979" y="1295"/>
                  </a:lnTo>
                  <a:lnTo>
                    <a:pt x="17914697" y="5130"/>
                  </a:lnTo>
                  <a:lnTo>
                    <a:pt x="17868151" y="11442"/>
                  </a:lnTo>
                  <a:lnTo>
                    <a:pt x="17822418" y="20167"/>
                  </a:lnTo>
                  <a:lnTo>
                    <a:pt x="17777562" y="31229"/>
                  </a:lnTo>
                  <a:lnTo>
                    <a:pt x="17733645" y="44564"/>
                  </a:lnTo>
                  <a:lnTo>
                    <a:pt x="17690745" y="60109"/>
                  </a:lnTo>
                  <a:lnTo>
                    <a:pt x="17648911" y="77800"/>
                  </a:lnTo>
                  <a:lnTo>
                    <a:pt x="17608220" y="97574"/>
                  </a:lnTo>
                  <a:lnTo>
                    <a:pt x="17568749" y="119341"/>
                  </a:lnTo>
                  <a:lnTo>
                    <a:pt x="17530547" y="143065"/>
                  </a:lnTo>
                  <a:lnTo>
                    <a:pt x="17493692" y="168656"/>
                  </a:lnTo>
                  <a:lnTo>
                    <a:pt x="17458233" y="196062"/>
                  </a:lnTo>
                  <a:lnTo>
                    <a:pt x="17424261" y="225209"/>
                  </a:lnTo>
                  <a:lnTo>
                    <a:pt x="17391838" y="256032"/>
                  </a:lnTo>
                  <a:lnTo>
                    <a:pt x="17361015" y="288467"/>
                  </a:lnTo>
                  <a:lnTo>
                    <a:pt x="17331868" y="322440"/>
                  </a:lnTo>
                  <a:lnTo>
                    <a:pt x="17304462" y="357886"/>
                  </a:lnTo>
                  <a:lnTo>
                    <a:pt x="17278871" y="394741"/>
                  </a:lnTo>
                  <a:lnTo>
                    <a:pt x="17255147" y="432943"/>
                  </a:lnTo>
                  <a:lnTo>
                    <a:pt x="17233367" y="472427"/>
                  </a:lnTo>
                  <a:lnTo>
                    <a:pt x="17213606" y="513105"/>
                  </a:lnTo>
                  <a:lnTo>
                    <a:pt x="17195915" y="554939"/>
                  </a:lnTo>
                  <a:lnTo>
                    <a:pt x="17180370" y="597839"/>
                  </a:lnTo>
                  <a:lnTo>
                    <a:pt x="17167022" y="641756"/>
                  </a:lnTo>
                  <a:lnTo>
                    <a:pt x="17155960" y="686612"/>
                  </a:lnTo>
                  <a:lnTo>
                    <a:pt x="17147248" y="732345"/>
                  </a:lnTo>
                  <a:lnTo>
                    <a:pt x="17140936" y="778891"/>
                  </a:lnTo>
                  <a:lnTo>
                    <a:pt x="17137101" y="826185"/>
                  </a:lnTo>
                  <a:lnTo>
                    <a:pt x="17135806" y="874141"/>
                  </a:lnTo>
                  <a:lnTo>
                    <a:pt x="17137101" y="922108"/>
                  </a:lnTo>
                  <a:lnTo>
                    <a:pt x="17140936" y="969391"/>
                  </a:lnTo>
                  <a:lnTo>
                    <a:pt x="17147248" y="1015936"/>
                  </a:lnTo>
                  <a:lnTo>
                    <a:pt x="17155960" y="1061669"/>
                  </a:lnTo>
                  <a:lnTo>
                    <a:pt x="17167022" y="1106525"/>
                  </a:lnTo>
                  <a:lnTo>
                    <a:pt x="17180370" y="1150442"/>
                  </a:lnTo>
                  <a:lnTo>
                    <a:pt x="17195915" y="1193342"/>
                  </a:lnTo>
                  <a:lnTo>
                    <a:pt x="17213606" y="1235176"/>
                  </a:lnTo>
                  <a:lnTo>
                    <a:pt x="17233367" y="1275854"/>
                  </a:lnTo>
                  <a:lnTo>
                    <a:pt x="17255147" y="1315339"/>
                  </a:lnTo>
                  <a:lnTo>
                    <a:pt x="17278871" y="1353540"/>
                  </a:lnTo>
                  <a:lnTo>
                    <a:pt x="17304462" y="1390396"/>
                  </a:lnTo>
                  <a:lnTo>
                    <a:pt x="17331868" y="1425841"/>
                  </a:lnTo>
                  <a:lnTo>
                    <a:pt x="17361015" y="1459826"/>
                  </a:lnTo>
                  <a:lnTo>
                    <a:pt x="17391838" y="1492250"/>
                  </a:lnTo>
                  <a:lnTo>
                    <a:pt x="17424261" y="1523072"/>
                  </a:lnTo>
                  <a:lnTo>
                    <a:pt x="17458233" y="1552219"/>
                  </a:lnTo>
                  <a:lnTo>
                    <a:pt x="17493692" y="1579626"/>
                  </a:lnTo>
                  <a:lnTo>
                    <a:pt x="17530547" y="1605216"/>
                  </a:lnTo>
                  <a:lnTo>
                    <a:pt x="17568749" y="1628940"/>
                  </a:lnTo>
                  <a:lnTo>
                    <a:pt x="17608220" y="1650707"/>
                  </a:lnTo>
                  <a:lnTo>
                    <a:pt x="17648911" y="1670481"/>
                  </a:lnTo>
                  <a:lnTo>
                    <a:pt x="17690745" y="1688172"/>
                  </a:lnTo>
                  <a:lnTo>
                    <a:pt x="17733645" y="1703717"/>
                  </a:lnTo>
                  <a:lnTo>
                    <a:pt x="17777562" y="1717052"/>
                  </a:lnTo>
                  <a:lnTo>
                    <a:pt x="17822418" y="1728127"/>
                  </a:lnTo>
                  <a:lnTo>
                    <a:pt x="17868151" y="1736839"/>
                  </a:lnTo>
                  <a:lnTo>
                    <a:pt x="17914697" y="1743151"/>
                  </a:lnTo>
                  <a:lnTo>
                    <a:pt x="17961979" y="1746986"/>
                  </a:lnTo>
                  <a:lnTo>
                    <a:pt x="18009947" y="1748282"/>
                  </a:lnTo>
                  <a:lnTo>
                    <a:pt x="18057902" y="1746986"/>
                  </a:lnTo>
                  <a:lnTo>
                    <a:pt x="18105184" y="1743151"/>
                  </a:lnTo>
                  <a:lnTo>
                    <a:pt x="18151729" y="1736839"/>
                  </a:lnTo>
                  <a:lnTo>
                    <a:pt x="18197462" y="1728127"/>
                  </a:lnTo>
                  <a:lnTo>
                    <a:pt x="18242318" y="1717052"/>
                  </a:lnTo>
                  <a:lnTo>
                    <a:pt x="18286235" y="1703717"/>
                  </a:lnTo>
                  <a:lnTo>
                    <a:pt x="18287988" y="1703082"/>
                  </a:lnTo>
                  <a:lnTo>
                    <a:pt x="18287988" y="45199"/>
                  </a:lnTo>
                  <a:close/>
                </a:path>
              </a:pathLst>
            </a:custGeom>
            <a:solidFill>
              <a:srgbClr val="AB86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596081" y="242407"/>
              <a:ext cx="5981094" cy="541585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0584652" y="230976"/>
              <a:ext cx="6000750" cy="5438775"/>
            </a:xfrm>
            <a:custGeom>
              <a:avLst/>
              <a:gdLst/>
              <a:ahLst/>
              <a:cxnLst/>
              <a:rect l="l" t="t" r="r" b="b"/>
              <a:pathLst>
                <a:path w="6000750" h="5438775">
                  <a:moveTo>
                    <a:pt x="6000750" y="0"/>
                  </a:moveTo>
                  <a:lnTo>
                    <a:pt x="0" y="0"/>
                  </a:lnTo>
                  <a:lnTo>
                    <a:pt x="0" y="5438625"/>
                  </a:lnTo>
                  <a:lnTo>
                    <a:pt x="6000750" y="5438625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0235" y="5955054"/>
              <a:ext cx="9662987" cy="380682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98805" y="5943624"/>
              <a:ext cx="9686290" cy="3829685"/>
            </a:xfrm>
            <a:custGeom>
              <a:avLst/>
              <a:gdLst/>
              <a:ahLst/>
              <a:cxnLst/>
              <a:rect l="l" t="t" r="r" b="b"/>
              <a:pathLst>
                <a:path w="9686290" h="3829684">
                  <a:moveTo>
                    <a:pt x="0" y="0"/>
                  </a:moveTo>
                  <a:lnTo>
                    <a:pt x="0" y="3829645"/>
                  </a:lnTo>
                  <a:lnTo>
                    <a:pt x="9685733" y="3829645"/>
                  </a:lnTo>
                  <a:lnTo>
                    <a:pt x="9685733" y="0"/>
                  </a:lnTo>
                  <a:lnTo>
                    <a:pt x="0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432845" y="6292418"/>
              <a:ext cx="4689548" cy="313209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1421415" y="6280988"/>
              <a:ext cx="4712970" cy="3155315"/>
            </a:xfrm>
            <a:custGeom>
              <a:avLst/>
              <a:gdLst/>
              <a:ahLst/>
              <a:cxnLst/>
              <a:rect l="l" t="t" r="r" b="b"/>
              <a:pathLst>
                <a:path w="4712970" h="3155315">
                  <a:moveTo>
                    <a:pt x="0" y="0"/>
                  </a:moveTo>
                  <a:lnTo>
                    <a:pt x="0" y="3154858"/>
                  </a:lnTo>
                  <a:lnTo>
                    <a:pt x="4712344" y="3154858"/>
                  </a:lnTo>
                  <a:lnTo>
                    <a:pt x="4712344" y="0"/>
                  </a:lnTo>
                  <a:lnTo>
                    <a:pt x="0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695278" y="1161264"/>
              <a:ext cx="35560" cy="38100"/>
            </a:xfrm>
            <a:custGeom>
              <a:avLst/>
              <a:gdLst/>
              <a:ahLst/>
              <a:cxnLst/>
              <a:rect l="l" t="t" r="r" b="b"/>
              <a:pathLst>
                <a:path w="35559" h="38100">
                  <a:moveTo>
                    <a:pt x="35250" y="38099"/>
                  </a:moveTo>
                  <a:lnTo>
                    <a:pt x="0" y="38099"/>
                  </a:lnTo>
                  <a:lnTo>
                    <a:pt x="0" y="0"/>
                  </a:lnTo>
                  <a:lnTo>
                    <a:pt x="35250" y="0"/>
                  </a:lnTo>
                  <a:lnTo>
                    <a:pt x="35250" y="38099"/>
                  </a:lnTo>
                  <a:close/>
                </a:path>
              </a:pathLst>
            </a:custGeom>
            <a:solidFill>
              <a:srgbClr val="404A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632348" y="239307"/>
            <a:ext cx="5874385" cy="99123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667510" marR="5080" indent="-1655445">
              <a:lnSpc>
                <a:spcPts val="3600"/>
              </a:lnSpc>
              <a:spcBef>
                <a:spcPts val="555"/>
              </a:spcBef>
            </a:pPr>
            <a:r>
              <a:rPr sz="3300" b="1" u="heavy" spc="-40" dirty="0">
                <a:solidFill>
                  <a:srgbClr val="404A3B"/>
                </a:solidFill>
                <a:uFill>
                  <a:solidFill>
                    <a:srgbClr val="404A3B"/>
                  </a:solidFill>
                </a:uFill>
                <a:latin typeface="Trebuchet MS"/>
                <a:cs typeface="Trebuchet MS"/>
              </a:rPr>
              <a:t>IMPLEMENTATION </a:t>
            </a:r>
            <a:r>
              <a:rPr sz="3300" b="1" spc="-10" dirty="0">
                <a:solidFill>
                  <a:srgbClr val="404A3B"/>
                </a:solidFill>
                <a:latin typeface="Trebuchet MS"/>
                <a:cs typeface="Trebuchet MS"/>
              </a:rPr>
              <a:t>(</a:t>
            </a:r>
            <a:r>
              <a:rPr sz="3300" b="1" u="heavy" spc="-10" dirty="0">
                <a:solidFill>
                  <a:srgbClr val="404A3B"/>
                </a:solidFill>
                <a:uFill>
                  <a:solidFill>
                    <a:srgbClr val="404A3B"/>
                  </a:solidFill>
                </a:uFill>
                <a:latin typeface="Trebuchet MS"/>
                <a:cs typeface="Trebuchet MS"/>
              </a:rPr>
              <a:t>HARDWARE</a:t>
            </a:r>
            <a:r>
              <a:rPr sz="3300" b="1" spc="-10" dirty="0">
                <a:solidFill>
                  <a:srgbClr val="404A3B"/>
                </a:solidFill>
                <a:latin typeface="Trebuchet MS"/>
                <a:cs typeface="Trebuchet MS"/>
              </a:rPr>
              <a:t> </a:t>
            </a:r>
            <a:r>
              <a:rPr sz="3300" b="1" u="heavy" spc="-10" dirty="0">
                <a:solidFill>
                  <a:srgbClr val="404A3B"/>
                </a:solidFill>
                <a:uFill>
                  <a:solidFill>
                    <a:srgbClr val="404A3B"/>
                  </a:solidFill>
                </a:uFill>
                <a:latin typeface="Trebuchet MS"/>
                <a:cs typeface="Trebuchet MS"/>
              </a:rPr>
              <a:t>PROTOTYPE</a:t>
            </a:r>
            <a:r>
              <a:rPr sz="3300" b="1" spc="-10" dirty="0">
                <a:solidFill>
                  <a:srgbClr val="404A3B"/>
                </a:solidFill>
                <a:latin typeface="Trebuchet MS"/>
                <a:cs typeface="Trebuchet MS"/>
              </a:rPr>
              <a:t>)</a:t>
            </a:r>
            <a:endParaRPr sz="33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47353" y="1490225"/>
            <a:ext cx="8515350" cy="3524885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360680" marR="353060" algn="ctr">
              <a:lnSpc>
                <a:spcPts val="2480"/>
              </a:lnSpc>
              <a:spcBef>
                <a:spcPts val="450"/>
              </a:spcBef>
            </a:pPr>
            <a:r>
              <a:rPr sz="2300" b="1" u="heavy" dirty="0">
                <a:solidFill>
                  <a:srgbClr val="661313"/>
                </a:solidFill>
                <a:uFill>
                  <a:solidFill>
                    <a:srgbClr val="661313"/>
                  </a:solidFill>
                </a:uFill>
                <a:latin typeface="Trebuchet MS"/>
                <a:cs typeface="Trebuchet MS"/>
              </a:rPr>
              <a:t>SENSOR</a:t>
            </a:r>
            <a:r>
              <a:rPr sz="2300" b="1" u="heavy" spc="140" dirty="0">
                <a:solidFill>
                  <a:srgbClr val="661313"/>
                </a:solidFill>
                <a:uFill>
                  <a:solidFill>
                    <a:srgbClr val="661313"/>
                  </a:solidFill>
                </a:uFill>
                <a:latin typeface="Trebuchet MS"/>
                <a:cs typeface="Trebuchet MS"/>
              </a:rPr>
              <a:t> </a:t>
            </a:r>
            <a:r>
              <a:rPr sz="2300" b="1" u="heavy" dirty="0">
                <a:solidFill>
                  <a:srgbClr val="661313"/>
                </a:solidFill>
                <a:uFill>
                  <a:solidFill>
                    <a:srgbClr val="661313"/>
                  </a:solidFill>
                </a:uFill>
                <a:latin typeface="Trebuchet MS"/>
                <a:cs typeface="Trebuchet MS"/>
              </a:rPr>
              <a:t>NODES</a:t>
            </a:r>
            <a:r>
              <a:rPr sz="2300" b="1" dirty="0">
                <a:solidFill>
                  <a:srgbClr val="404A3B"/>
                </a:solidFill>
                <a:latin typeface="Trebuchet MS"/>
                <a:cs typeface="Trebuchet MS"/>
              </a:rPr>
              <a:t>:</a:t>
            </a:r>
            <a:r>
              <a:rPr sz="2300" b="1" spc="140" dirty="0">
                <a:solidFill>
                  <a:srgbClr val="404A3B"/>
                </a:solidFill>
                <a:latin typeface="Trebuchet MS"/>
                <a:cs typeface="Trebuchet MS"/>
              </a:rPr>
              <a:t> </a:t>
            </a:r>
            <a:r>
              <a:rPr sz="2300" b="1" spc="90" dirty="0">
                <a:solidFill>
                  <a:srgbClr val="404A3B"/>
                </a:solidFill>
                <a:latin typeface="Trebuchet MS"/>
                <a:cs typeface="Trebuchet MS"/>
              </a:rPr>
              <a:t>HC-</a:t>
            </a:r>
            <a:r>
              <a:rPr sz="2300" b="1" spc="75" dirty="0">
                <a:solidFill>
                  <a:srgbClr val="404A3B"/>
                </a:solidFill>
                <a:latin typeface="Trebuchet MS"/>
                <a:cs typeface="Trebuchet MS"/>
              </a:rPr>
              <a:t>SR04</a:t>
            </a:r>
            <a:r>
              <a:rPr sz="2300" b="1" spc="140" dirty="0">
                <a:solidFill>
                  <a:srgbClr val="404A3B"/>
                </a:solidFill>
                <a:latin typeface="Trebuchet MS"/>
                <a:cs typeface="Trebuchet MS"/>
              </a:rPr>
              <a:t> </a:t>
            </a:r>
            <a:r>
              <a:rPr sz="2300" b="1" dirty="0">
                <a:solidFill>
                  <a:srgbClr val="404A3B"/>
                </a:solidFill>
                <a:latin typeface="Trebuchet MS"/>
                <a:cs typeface="Trebuchet MS"/>
              </a:rPr>
              <a:t>(DISTANCE),</a:t>
            </a:r>
            <a:r>
              <a:rPr sz="2300" b="1" spc="140" dirty="0">
                <a:solidFill>
                  <a:srgbClr val="404A3B"/>
                </a:solidFill>
                <a:latin typeface="Trebuchet MS"/>
                <a:cs typeface="Trebuchet MS"/>
              </a:rPr>
              <a:t> </a:t>
            </a:r>
            <a:r>
              <a:rPr sz="2300" b="1" spc="60" dirty="0">
                <a:solidFill>
                  <a:srgbClr val="404A3B"/>
                </a:solidFill>
                <a:latin typeface="Trebuchet MS"/>
                <a:cs typeface="Trebuchet MS"/>
              </a:rPr>
              <a:t>MQ-</a:t>
            </a:r>
            <a:r>
              <a:rPr sz="2300" b="1" dirty="0">
                <a:solidFill>
                  <a:srgbClr val="404A3B"/>
                </a:solidFill>
                <a:latin typeface="Trebuchet MS"/>
                <a:cs typeface="Trebuchet MS"/>
              </a:rPr>
              <a:t>4</a:t>
            </a:r>
            <a:r>
              <a:rPr sz="2300" b="1" spc="140" dirty="0">
                <a:solidFill>
                  <a:srgbClr val="404A3B"/>
                </a:solidFill>
                <a:latin typeface="Trebuchet MS"/>
                <a:cs typeface="Trebuchet MS"/>
              </a:rPr>
              <a:t> </a:t>
            </a:r>
            <a:r>
              <a:rPr sz="2300" b="1" spc="-30" dirty="0">
                <a:solidFill>
                  <a:srgbClr val="404A3B"/>
                </a:solidFill>
                <a:latin typeface="Trebuchet MS"/>
                <a:cs typeface="Trebuchet MS"/>
              </a:rPr>
              <a:t>(METHANE), </a:t>
            </a:r>
            <a:r>
              <a:rPr sz="2300" b="1" spc="-135" dirty="0">
                <a:solidFill>
                  <a:srgbClr val="404A3B"/>
                </a:solidFill>
                <a:latin typeface="Trebuchet MS"/>
                <a:cs typeface="Trebuchet MS"/>
              </a:rPr>
              <a:t>DHT11</a:t>
            </a:r>
            <a:r>
              <a:rPr sz="2300" b="1" spc="110" dirty="0">
                <a:solidFill>
                  <a:srgbClr val="404A3B"/>
                </a:solidFill>
                <a:latin typeface="Trebuchet MS"/>
                <a:cs typeface="Trebuchet MS"/>
              </a:rPr>
              <a:t> </a:t>
            </a:r>
            <a:r>
              <a:rPr sz="2300" b="1" dirty="0">
                <a:solidFill>
                  <a:srgbClr val="404A3B"/>
                </a:solidFill>
                <a:latin typeface="Trebuchet MS"/>
                <a:cs typeface="Trebuchet MS"/>
              </a:rPr>
              <a:t>(TEMP/HUMIDITY),</a:t>
            </a:r>
            <a:r>
              <a:rPr sz="2300" b="1" spc="110" dirty="0">
                <a:solidFill>
                  <a:srgbClr val="404A3B"/>
                </a:solidFill>
                <a:latin typeface="Trebuchet MS"/>
                <a:cs typeface="Trebuchet MS"/>
              </a:rPr>
              <a:t> </a:t>
            </a:r>
            <a:r>
              <a:rPr sz="2300" b="1" spc="-65" dirty="0">
                <a:solidFill>
                  <a:srgbClr val="404A3B"/>
                </a:solidFill>
                <a:latin typeface="Trebuchet MS"/>
                <a:cs typeface="Trebuchet MS"/>
              </a:rPr>
              <a:t>METAL</a:t>
            </a:r>
            <a:r>
              <a:rPr sz="2300" b="1" spc="114" dirty="0">
                <a:solidFill>
                  <a:srgbClr val="404A3B"/>
                </a:solidFill>
                <a:latin typeface="Trebuchet MS"/>
                <a:cs typeface="Trebuchet MS"/>
              </a:rPr>
              <a:t> </a:t>
            </a:r>
            <a:r>
              <a:rPr sz="2300" b="1" spc="-10" dirty="0">
                <a:solidFill>
                  <a:srgbClr val="404A3B"/>
                </a:solidFill>
                <a:latin typeface="Trebuchet MS"/>
                <a:cs typeface="Trebuchet MS"/>
              </a:rPr>
              <a:t>DETECTOR.</a:t>
            </a:r>
            <a:endParaRPr sz="2300">
              <a:latin typeface="Trebuchet MS"/>
              <a:cs typeface="Trebuchet MS"/>
            </a:endParaRPr>
          </a:p>
          <a:p>
            <a:pPr marL="12700" marR="5080" algn="ctr">
              <a:lnSpc>
                <a:spcPts val="2480"/>
              </a:lnSpc>
              <a:spcBef>
                <a:spcPts val="2465"/>
              </a:spcBef>
            </a:pPr>
            <a:r>
              <a:rPr sz="2300" b="1" u="heavy" dirty="0">
                <a:solidFill>
                  <a:srgbClr val="661313"/>
                </a:solidFill>
                <a:uFill>
                  <a:solidFill>
                    <a:srgbClr val="661313"/>
                  </a:solidFill>
                </a:uFill>
                <a:latin typeface="Trebuchet MS"/>
                <a:cs typeface="Trebuchet MS"/>
              </a:rPr>
              <a:t>CORE</a:t>
            </a:r>
            <a:r>
              <a:rPr sz="2300" b="1" u="heavy" spc="160" dirty="0">
                <a:solidFill>
                  <a:srgbClr val="661313"/>
                </a:solidFill>
                <a:uFill>
                  <a:solidFill>
                    <a:srgbClr val="661313"/>
                  </a:solidFill>
                </a:uFill>
                <a:latin typeface="Trebuchet MS"/>
                <a:cs typeface="Trebuchet MS"/>
              </a:rPr>
              <a:t> </a:t>
            </a:r>
            <a:r>
              <a:rPr sz="2300" b="1" u="heavy" spc="-35" dirty="0">
                <a:solidFill>
                  <a:srgbClr val="661313"/>
                </a:solidFill>
                <a:uFill>
                  <a:solidFill>
                    <a:srgbClr val="661313"/>
                  </a:solidFill>
                </a:uFill>
                <a:latin typeface="Trebuchet MS"/>
                <a:cs typeface="Trebuchet MS"/>
              </a:rPr>
              <a:t>CONTROLLER</a:t>
            </a:r>
            <a:r>
              <a:rPr sz="2300" b="1" spc="-35" dirty="0">
                <a:solidFill>
                  <a:srgbClr val="404A3B"/>
                </a:solidFill>
                <a:latin typeface="Trebuchet MS"/>
                <a:cs typeface="Trebuchet MS"/>
              </a:rPr>
              <a:t>:</a:t>
            </a:r>
            <a:r>
              <a:rPr sz="2300" b="1" spc="165" dirty="0">
                <a:solidFill>
                  <a:srgbClr val="404A3B"/>
                </a:solidFill>
                <a:latin typeface="Trebuchet MS"/>
                <a:cs typeface="Trebuchet MS"/>
              </a:rPr>
              <a:t> </a:t>
            </a:r>
            <a:r>
              <a:rPr sz="2300" b="1" spc="65" dirty="0">
                <a:solidFill>
                  <a:srgbClr val="404A3B"/>
                </a:solidFill>
                <a:latin typeface="Trebuchet MS"/>
                <a:cs typeface="Trebuchet MS"/>
              </a:rPr>
              <a:t>ESP32-</a:t>
            </a:r>
            <a:r>
              <a:rPr sz="2300" b="1" dirty="0">
                <a:solidFill>
                  <a:srgbClr val="404A3B"/>
                </a:solidFill>
                <a:latin typeface="Trebuchet MS"/>
                <a:cs typeface="Trebuchet MS"/>
              </a:rPr>
              <a:t>CAM</a:t>
            </a:r>
            <a:r>
              <a:rPr sz="2300" b="1" spc="160" dirty="0">
                <a:solidFill>
                  <a:srgbClr val="404A3B"/>
                </a:solidFill>
                <a:latin typeface="Trebuchet MS"/>
                <a:cs typeface="Trebuchet MS"/>
              </a:rPr>
              <a:t> </a:t>
            </a:r>
            <a:r>
              <a:rPr sz="2300" b="1" dirty="0">
                <a:solidFill>
                  <a:srgbClr val="404A3B"/>
                </a:solidFill>
                <a:latin typeface="Trebuchet MS"/>
                <a:cs typeface="Trebuchet MS"/>
              </a:rPr>
              <a:t>FOR</a:t>
            </a:r>
            <a:r>
              <a:rPr sz="2300" b="1" spc="165" dirty="0">
                <a:solidFill>
                  <a:srgbClr val="404A3B"/>
                </a:solidFill>
                <a:latin typeface="Trebuchet MS"/>
                <a:cs typeface="Trebuchet MS"/>
              </a:rPr>
              <a:t> </a:t>
            </a:r>
            <a:r>
              <a:rPr sz="2300" b="1" dirty="0">
                <a:solidFill>
                  <a:srgbClr val="404A3B"/>
                </a:solidFill>
                <a:latin typeface="Trebuchet MS"/>
                <a:cs typeface="Trebuchet MS"/>
              </a:rPr>
              <a:t>AI</a:t>
            </a:r>
            <a:r>
              <a:rPr sz="2300" b="1" spc="165" dirty="0">
                <a:solidFill>
                  <a:srgbClr val="404A3B"/>
                </a:solidFill>
                <a:latin typeface="Trebuchet MS"/>
                <a:cs typeface="Trebuchet MS"/>
              </a:rPr>
              <a:t> </a:t>
            </a:r>
            <a:r>
              <a:rPr sz="2300" b="1" dirty="0">
                <a:solidFill>
                  <a:srgbClr val="404A3B"/>
                </a:solidFill>
                <a:latin typeface="Trebuchet MS"/>
                <a:cs typeface="Trebuchet MS"/>
              </a:rPr>
              <a:t>PROCESSING</a:t>
            </a:r>
            <a:r>
              <a:rPr sz="2300" b="1" spc="160" dirty="0">
                <a:solidFill>
                  <a:srgbClr val="404A3B"/>
                </a:solidFill>
                <a:latin typeface="Trebuchet MS"/>
                <a:cs typeface="Trebuchet MS"/>
              </a:rPr>
              <a:t> </a:t>
            </a:r>
            <a:r>
              <a:rPr sz="2300" b="1" dirty="0">
                <a:solidFill>
                  <a:srgbClr val="404A3B"/>
                </a:solidFill>
                <a:latin typeface="Trebuchet MS"/>
                <a:cs typeface="Trebuchet MS"/>
              </a:rPr>
              <a:t>AND</a:t>
            </a:r>
            <a:r>
              <a:rPr sz="2300" b="1" spc="165" dirty="0">
                <a:solidFill>
                  <a:srgbClr val="404A3B"/>
                </a:solidFill>
                <a:latin typeface="Trebuchet MS"/>
                <a:cs typeface="Trebuchet MS"/>
              </a:rPr>
              <a:t> </a:t>
            </a:r>
            <a:r>
              <a:rPr sz="2300" b="1" spc="-25" dirty="0">
                <a:solidFill>
                  <a:srgbClr val="404A3B"/>
                </a:solidFill>
                <a:latin typeface="Trebuchet MS"/>
                <a:cs typeface="Trebuchet MS"/>
              </a:rPr>
              <a:t>WI- </a:t>
            </a:r>
            <a:r>
              <a:rPr sz="2300" b="1" dirty="0">
                <a:solidFill>
                  <a:srgbClr val="404A3B"/>
                </a:solidFill>
                <a:latin typeface="Trebuchet MS"/>
                <a:cs typeface="Trebuchet MS"/>
              </a:rPr>
              <a:t>FI</a:t>
            </a:r>
            <a:r>
              <a:rPr sz="2300" b="1" spc="114" dirty="0">
                <a:solidFill>
                  <a:srgbClr val="404A3B"/>
                </a:solidFill>
                <a:latin typeface="Trebuchet MS"/>
                <a:cs typeface="Trebuchet MS"/>
              </a:rPr>
              <a:t> </a:t>
            </a:r>
            <a:r>
              <a:rPr sz="2300" b="1" spc="-10" dirty="0">
                <a:solidFill>
                  <a:srgbClr val="404A3B"/>
                </a:solidFill>
                <a:latin typeface="Trebuchet MS"/>
                <a:cs typeface="Trebuchet MS"/>
              </a:rPr>
              <a:t>CONNECTIVITY.</a:t>
            </a:r>
            <a:endParaRPr sz="2300">
              <a:latin typeface="Trebuchet MS"/>
              <a:cs typeface="Trebuchet MS"/>
            </a:endParaRPr>
          </a:p>
          <a:p>
            <a:pPr marL="222885" marR="215265" algn="ctr">
              <a:lnSpc>
                <a:spcPts val="2480"/>
              </a:lnSpc>
              <a:spcBef>
                <a:spcPts val="2465"/>
              </a:spcBef>
            </a:pPr>
            <a:r>
              <a:rPr sz="2300" b="1" u="heavy" dirty="0">
                <a:solidFill>
                  <a:srgbClr val="661313"/>
                </a:solidFill>
                <a:uFill>
                  <a:solidFill>
                    <a:srgbClr val="661313"/>
                  </a:solidFill>
                </a:uFill>
                <a:latin typeface="Trebuchet MS"/>
                <a:cs typeface="Trebuchet MS"/>
              </a:rPr>
              <a:t>MOBILE</a:t>
            </a:r>
            <a:r>
              <a:rPr sz="2300" b="1" u="heavy" spc="80" dirty="0">
                <a:solidFill>
                  <a:srgbClr val="661313"/>
                </a:solidFill>
                <a:uFill>
                  <a:solidFill>
                    <a:srgbClr val="661313"/>
                  </a:solidFill>
                </a:uFill>
                <a:latin typeface="Trebuchet MS"/>
                <a:cs typeface="Trebuchet MS"/>
              </a:rPr>
              <a:t> </a:t>
            </a:r>
            <a:r>
              <a:rPr sz="2300" b="1" u="heavy" dirty="0">
                <a:solidFill>
                  <a:srgbClr val="661313"/>
                </a:solidFill>
                <a:uFill>
                  <a:solidFill>
                    <a:srgbClr val="661313"/>
                  </a:solidFill>
                </a:uFill>
                <a:latin typeface="Trebuchet MS"/>
                <a:cs typeface="Trebuchet MS"/>
              </a:rPr>
              <a:t>UNIT</a:t>
            </a:r>
            <a:r>
              <a:rPr sz="2300" b="1" dirty="0">
                <a:solidFill>
                  <a:srgbClr val="661313"/>
                </a:solidFill>
                <a:latin typeface="Trebuchet MS"/>
                <a:cs typeface="Trebuchet MS"/>
              </a:rPr>
              <a:t>:</a:t>
            </a:r>
            <a:r>
              <a:rPr sz="2300" b="1" spc="85" dirty="0">
                <a:solidFill>
                  <a:srgbClr val="661313"/>
                </a:solidFill>
                <a:latin typeface="Trebuchet MS"/>
                <a:cs typeface="Trebuchet MS"/>
              </a:rPr>
              <a:t> </a:t>
            </a:r>
            <a:r>
              <a:rPr sz="2300" b="1" spc="-65" dirty="0">
                <a:solidFill>
                  <a:srgbClr val="404A3B"/>
                </a:solidFill>
                <a:latin typeface="Trebuchet MS"/>
                <a:cs typeface="Trebuchet MS"/>
              </a:rPr>
              <a:t>BLUETOOTH-</a:t>
            </a:r>
            <a:r>
              <a:rPr sz="2300" b="1" spc="-45" dirty="0">
                <a:solidFill>
                  <a:srgbClr val="404A3B"/>
                </a:solidFill>
                <a:latin typeface="Trebuchet MS"/>
                <a:cs typeface="Trebuchet MS"/>
              </a:rPr>
              <a:t>CONTROLLED</a:t>
            </a:r>
            <a:r>
              <a:rPr sz="2300" b="1" spc="85" dirty="0">
                <a:solidFill>
                  <a:srgbClr val="404A3B"/>
                </a:solidFill>
                <a:latin typeface="Trebuchet MS"/>
                <a:cs typeface="Trebuchet MS"/>
              </a:rPr>
              <a:t> </a:t>
            </a:r>
            <a:r>
              <a:rPr sz="2300" b="1" dirty="0">
                <a:solidFill>
                  <a:srgbClr val="404A3B"/>
                </a:solidFill>
                <a:latin typeface="Trebuchet MS"/>
                <a:cs typeface="Trebuchet MS"/>
              </a:rPr>
              <a:t>CAR</a:t>
            </a:r>
            <a:r>
              <a:rPr sz="2300" b="1" spc="80" dirty="0">
                <a:solidFill>
                  <a:srgbClr val="404A3B"/>
                </a:solidFill>
                <a:latin typeface="Trebuchet MS"/>
                <a:cs typeface="Trebuchet MS"/>
              </a:rPr>
              <a:t> </a:t>
            </a:r>
            <a:r>
              <a:rPr sz="2300" b="1" spc="-35" dirty="0">
                <a:solidFill>
                  <a:srgbClr val="404A3B"/>
                </a:solidFill>
                <a:latin typeface="Trebuchet MS"/>
                <a:cs typeface="Trebuchet MS"/>
              </a:rPr>
              <a:t>WITH</a:t>
            </a:r>
            <a:r>
              <a:rPr sz="2300" b="1" spc="85" dirty="0">
                <a:solidFill>
                  <a:srgbClr val="404A3B"/>
                </a:solidFill>
                <a:latin typeface="Trebuchet MS"/>
                <a:cs typeface="Trebuchet MS"/>
              </a:rPr>
              <a:t> </a:t>
            </a:r>
            <a:r>
              <a:rPr sz="2300" b="1" spc="-25" dirty="0">
                <a:solidFill>
                  <a:srgbClr val="404A3B"/>
                </a:solidFill>
                <a:latin typeface="Trebuchet MS"/>
                <a:cs typeface="Trebuchet MS"/>
              </a:rPr>
              <a:t>NEO-6M </a:t>
            </a:r>
            <a:r>
              <a:rPr sz="2300" b="1" dirty="0">
                <a:solidFill>
                  <a:srgbClr val="404A3B"/>
                </a:solidFill>
                <a:latin typeface="Trebuchet MS"/>
                <a:cs typeface="Trebuchet MS"/>
              </a:rPr>
              <a:t>GPS</a:t>
            </a:r>
            <a:r>
              <a:rPr sz="2300" b="1" spc="85" dirty="0">
                <a:solidFill>
                  <a:srgbClr val="404A3B"/>
                </a:solidFill>
                <a:latin typeface="Trebuchet MS"/>
                <a:cs typeface="Trebuchet MS"/>
              </a:rPr>
              <a:t> </a:t>
            </a:r>
            <a:r>
              <a:rPr sz="2300" b="1" dirty="0">
                <a:solidFill>
                  <a:srgbClr val="404A3B"/>
                </a:solidFill>
                <a:latin typeface="Trebuchet MS"/>
                <a:cs typeface="Trebuchet MS"/>
              </a:rPr>
              <a:t>FOR</a:t>
            </a:r>
            <a:r>
              <a:rPr sz="2300" b="1" spc="85" dirty="0">
                <a:solidFill>
                  <a:srgbClr val="404A3B"/>
                </a:solidFill>
                <a:latin typeface="Trebuchet MS"/>
                <a:cs typeface="Trebuchet MS"/>
              </a:rPr>
              <a:t> </a:t>
            </a:r>
            <a:r>
              <a:rPr sz="2300" b="1" dirty="0">
                <a:solidFill>
                  <a:srgbClr val="404A3B"/>
                </a:solidFill>
                <a:latin typeface="Trebuchet MS"/>
                <a:cs typeface="Trebuchet MS"/>
              </a:rPr>
              <a:t>LIVE</a:t>
            </a:r>
            <a:r>
              <a:rPr sz="2300" b="1" spc="90" dirty="0">
                <a:solidFill>
                  <a:srgbClr val="404A3B"/>
                </a:solidFill>
                <a:latin typeface="Trebuchet MS"/>
                <a:cs typeface="Trebuchet MS"/>
              </a:rPr>
              <a:t> </a:t>
            </a:r>
            <a:r>
              <a:rPr sz="2300" b="1" dirty="0">
                <a:solidFill>
                  <a:srgbClr val="404A3B"/>
                </a:solidFill>
                <a:latin typeface="Trebuchet MS"/>
                <a:cs typeface="Trebuchet MS"/>
              </a:rPr>
              <a:t>TRACKING</a:t>
            </a:r>
            <a:r>
              <a:rPr sz="2300" b="1" spc="85" dirty="0">
                <a:solidFill>
                  <a:srgbClr val="404A3B"/>
                </a:solidFill>
                <a:latin typeface="Trebuchet MS"/>
                <a:cs typeface="Trebuchet MS"/>
              </a:rPr>
              <a:t> </a:t>
            </a:r>
            <a:r>
              <a:rPr sz="2300" b="1" dirty="0">
                <a:solidFill>
                  <a:srgbClr val="404A3B"/>
                </a:solidFill>
                <a:latin typeface="Trebuchet MS"/>
                <a:cs typeface="Trebuchet MS"/>
              </a:rPr>
              <a:t>AND</a:t>
            </a:r>
            <a:r>
              <a:rPr sz="2300" b="1" spc="90" dirty="0">
                <a:solidFill>
                  <a:srgbClr val="404A3B"/>
                </a:solidFill>
                <a:latin typeface="Trebuchet MS"/>
                <a:cs typeface="Trebuchet MS"/>
              </a:rPr>
              <a:t> </a:t>
            </a:r>
            <a:r>
              <a:rPr sz="2300" b="1" dirty="0">
                <a:solidFill>
                  <a:srgbClr val="404A3B"/>
                </a:solidFill>
                <a:latin typeface="Trebuchet MS"/>
                <a:cs typeface="Trebuchet MS"/>
              </a:rPr>
              <a:t>A</a:t>
            </a:r>
            <a:r>
              <a:rPr sz="2300" b="1" spc="85" dirty="0">
                <a:solidFill>
                  <a:srgbClr val="404A3B"/>
                </a:solidFill>
                <a:latin typeface="Trebuchet MS"/>
                <a:cs typeface="Trebuchet MS"/>
              </a:rPr>
              <a:t> </a:t>
            </a:r>
            <a:r>
              <a:rPr sz="2300" b="1" spc="114" dirty="0">
                <a:solidFill>
                  <a:srgbClr val="404A3B"/>
                </a:solidFill>
                <a:latin typeface="Trebuchet MS"/>
                <a:cs typeface="Trebuchet MS"/>
              </a:rPr>
              <a:t>4-</a:t>
            </a:r>
            <a:r>
              <a:rPr sz="2300" b="1" spc="-30" dirty="0">
                <a:solidFill>
                  <a:srgbClr val="404A3B"/>
                </a:solidFill>
                <a:latin typeface="Trebuchet MS"/>
                <a:cs typeface="Trebuchet MS"/>
              </a:rPr>
              <a:t>DOF</a:t>
            </a:r>
            <a:r>
              <a:rPr sz="2300" b="1" spc="85" dirty="0">
                <a:solidFill>
                  <a:srgbClr val="404A3B"/>
                </a:solidFill>
                <a:latin typeface="Trebuchet MS"/>
                <a:cs typeface="Trebuchet MS"/>
              </a:rPr>
              <a:t> </a:t>
            </a:r>
            <a:r>
              <a:rPr sz="2300" b="1" dirty="0">
                <a:solidFill>
                  <a:srgbClr val="404A3B"/>
                </a:solidFill>
                <a:latin typeface="Trebuchet MS"/>
                <a:cs typeface="Trebuchet MS"/>
              </a:rPr>
              <a:t>ROBOTIC</a:t>
            </a:r>
            <a:r>
              <a:rPr sz="2300" b="1" spc="90" dirty="0">
                <a:solidFill>
                  <a:srgbClr val="404A3B"/>
                </a:solidFill>
                <a:latin typeface="Trebuchet MS"/>
                <a:cs typeface="Trebuchet MS"/>
              </a:rPr>
              <a:t> </a:t>
            </a:r>
            <a:r>
              <a:rPr sz="2300" b="1" spc="-20" dirty="0">
                <a:solidFill>
                  <a:srgbClr val="404A3B"/>
                </a:solidFill>
                <a:latin typeface="Trebuchet MS"/>
                <a:cs typeface="Trebuchet MS"/>
              </a:rPr>
              <a:t>ARM.</a:t>
            </a:r>
            <a:endParaRPr sz="2300">
              <a:latin typeface="Trebuchet MS"/>
              <a:cs typeface="Trebuchet MS"/>
            </a:endParaRPr>
          </a:p>
          <a:p>
            <a:pPr marL="99060" marR="91440" algn="ctr">
              <a:lnSpc>
                <a:spcPts val="2480"/>
              </a:lnSpc>
              <a:spcBef>
                <a:spcPts val="2465"/>
              </a:spcBef>
            </a:pPr>
            <a:r>
              <a:rPr sz="2300" b="1" u="heavy" spc="-20" dirty="0">
                <a:solidFill>
                  <a:srgbClr val="661313"/>
                </a:solidFill>
                <a:uFill>
                  <a:solidFill>
                    <a:srgbClr val="661313"/>
                  </a:solidFill>
                </a:uFill>
                <a:latin typeface="Trebuchet MS"/>
                <a:cs typeface="Trebuchet MS"/>
              </a:rPr>
              <a:t>POWER</a:t>
            </a:r>
            <a:r>
              <a:rPr sz="2300" b="1" spc="-20" dirty="0">
                <a:solidFill>
                  <a:srgbClr val="661313"/>
                </a:solidFill>
                <a:latin typeface="Trebuchet MS"/>
                <a:cs typeface="Trebuchet MS"/>
              </a:rPr>
              <a:t>:</a:t>
            </a:r>
            <a:r>
              <a:rPr sz="2300" b="1" spc="-30" dirty="0">
                <a:solidFill>
                  <a:srgbClr val="661313"/>
                </a:solidFill>
                <a:latin typeface="Trebuchet MS"/>
                <a:cs typeface="Trebuchet MS"/>
              </a:rPr>
              <a:t> </a:t>
            </a:r>
            <a:r>
              <a:rPr sz="2300" b="1" spc="-40" dirty="0">
                <a:solidFill>
                  <a:srgbClr val="404A3B"/>
                </a:solidFill>
                <a:latin typeface="Trebuchet MS"/>
                <a:cs typeface="Trebuchet MS"/>
              </a:rPr>
              <a:t>INTEGRATED</a:t>
            </a:r>
            <a:r>
              <a:rPr sz="2300" b="1" spc="-25" dirty="0">
                <a:solidFill>
                  <a:srgbClr val="404A3B"/>
                </a:solidFill>
                <a:latin typeface="Trebuchet MS"/>
                <a:cs typeface="Trebuchet MS"/>
              </a:rPr>
              <a:t> </a:t>
            </a:r>
            <a:r>
              <a:rPr sz="2300" b="1" spc="55" dirty="0">
                <a:solidFill>
                  <a:srgbClr val="404A3B"/>
                </a:solidFill>
                <a:latin typeface="Trebuchet MS"/>
                <a:cs typeface="Trebuchet MS"/>
              </a:rPr>
              <a:t>SOLAR-</a:t>
            </a:r>
            <a:r>
              <a:rPr sz="2300" b="1" spc="-20" dirty="0">
                <a:solidFill>
                  <a:srgbClr val="404A3B"/>
                </a:solidFill>
                <a:latin typeface="Trebuchet MS"/>
                <a:cs typeface="Trebuchet MS"/>
              </a:rPr>
              <a:t>POWERED</a:t>
            </a:r>
            <a:r>
              <a:rPr sz="2300" b="1" spc="-25" dirty="0">
                <a:solidFill>
                  <a:srgbClr val="404A3B"/>
                </a:solidFill>
                <a:latin typeface="Trebuchet MS"/>
                <a:cs typeface="Trebuchet MS"/>
              </a:rPr>
              <a:t> </a:t>
            </a:r>
            <a:r>
              <a:rPr sz="2300" b="1" spc="-60" dirty="0">
                <a:solidFill>
                  <a:srgbClr val="404A3B"/>
                </a:solidFill>
                <a:latin typeface="Trebuchet MS"/>
                <a:cs typeface="Trebuchet MS"/>
              </a:rPr>
              <a:t>BATTERY</a:t>
            </a:r>
            <a:r>
              <a:rPr sz="2300" b="1" spc="-25" dirty="0">
                <a:solidFill>
                  <a:srgbClr val="404A3B"/>
                </a:solidFill>
                <a:latin typeface="Trebuchet MS"/>
                <a:cs typeface="Trebuchet MS"/>
              </a:rPr>
              <a:t> </a:t>
            </a:r>
            <a:r>
              <a:rPr sz="2300" b="1" dirty="0">
                <a:solidFill>
                  <a:srgbClr val="404A3B"/>
                </a:solidFill>
                <a:latin typeface="Trebuchet MS"/>
                <a:cs typeface="Trebuchet MS"/>
              </a:rPr>
              <a:t>SYSTEM</a:t>
            </a:r>
            <a:r>
              <a:rPr sz="2300" b="1" spc="-25" dirty="0">
                <a:solidFill>
                  <a:srgbClr val="404A3B"/>
                </a:solidFill>
                <a:latin typeface="Trebuchet MS"/>
                <a:cs typeface="Trebuchet MS"/>
              </a:rPr>
              <a:t> FOR </a:t>
            </a:r>
            <a:r>
              <a:rPr sz="2300" b="1" spc="-65" dirty="0">
                <a:solidFill>
                  <a:srgbClr val="404A3B"/>
                </a:solidFill>
                <a:latin typeface="Trebuchet MS"/>
                <a:cs typeface="Trebuchet MS"/>
              </a:rPr>
              <a:t>OFF-</a:t>
            </a:r>
            <a:r>
              <a:rPr sz="2300" b="1" spc="55" dirty="0">
                <a:solidFill>
                  <a:srgbClr val="404A3B"/>
                </a:solidFill>
                <a:latin typeface="Trebuchet MS"/>
                <a:cs typeface="Trebuchet MS"/>
              </a:rPr>
              <a:t>GRID</a:t>
            </a:r>
            <a:r>
              <a:rPr sz="2300" b="1" spc="254" dirty="0">
                <a:solidFill>
                  <a:srgbClr val="404A3B"/>
                </a:solidFill>
                <a:latin typeface="Trebuchet MS"/>
                <a:cs typeface="Trebuchet MS"/>
              </a:rPr>
              <a:t> </a:t>
            </a:r>
            <a:r>
              <a:rPr sz="2300" b="1" spc="-10" dirty="0">
                <a:solidFill>
                  <a:srgbClr val="404A3B"/>
                </a:solidFill>
                <a:latin typeface="Trebuchet MS"/>
                <a:cs typeface="Trebuchet MS"/>
              </a:rPr>
              <a:t>OPERATION.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246600" y="9232962"/>
            <a:ext cx="1758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5</a:t>
            </a:r>
            <a:endParaRPr sz="20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object 3"/>
            <p:cNvSpPr/>
            <p:nvPr/>
          </p:nvSpPr>
          <p:spPr>
            <a:xfrm>
              <a:off x="953387" y="0"/>
              <a:ext cx="17040225" cy="10287000"/>
            </a:xfrm>
            <a:custGeom>
              <a:avLst/>
              <a:gdLst/>
              <a:ahLst/>
              <a:cxnLst/>
              <a:rect l="l" t="t" r="r" b="b"/>
              <a:pathLst>
                <a:path w="17040225" h="10287000">
                  <a:moveTo>
                    <a:pt x="17040223" y="10286999"/>
                  </a:moveTo>
                  <a:lnTo>
                    <a:pt x="0" y="10286999"/>
                  </a:lnTo>
                  <a:lnTo>
                    <a:pt x="0" y="0"/>
                  </a:lnTo>
                  <a:lnTo>
                    <a:pt x="17040223" y="0"/>
                  </a:lnTo>
                  <a:lnTo>
                    <a:pt x="17040223" y="10286999"/>
                  </a:lnTo>
                  <a:close/>
                </a:path>
              </a:pathLst>
            </a:custGeom>
            <a:solidFill>
              <a:srgbClr val="FFF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180465" cy="1456055"/>
            </a:xfrm>
            <a:custGeom>
              <a:avLst/>
              <a:gdLst/>
              <a:ahLst/>
              <a:cxnLst/>
              <a:rect l="l" t="t" r="r" b="b"/>
              <a:pathLst>
                <a:path w="1180465" h="1456055">
                  <a:moveTo>
                    <a:pt x="305705" y="1455993"/>
                  </a:moveTo>
                  <a:lnTo>
                    <a:pt x="257744" y="1454699"/>
                  </a:lnTo>
                  <a:lnTo>
                    <a:pt x="210458" y="1450863"/>
                  </a:lnTo>
                  <a:lnTo>
                    <a:pt x="163915" y="1444552"/>
                  </a:lnTo>
                  <a:lnTo>
                    <a:pt x="118182" y="1435831"/>
                  </a:lnTo>
                  <a:lnTo>
                    <a:pt x="73324" y="1424767"/>
                  </a:lnTo>
                  <a:lnTo>
                    <a:pt x="29409" y="1411428"/>
                  </a:lnTo>
                  <a:lnTo>
                    <a:pt x="0" y="1400771"/>
                  </a:lnTo>
                  <a:lnTo>
                    <a:pt x="0" y="0"/>
                  </a:lnTo>
                  <a:lnTo>
                    <a:pt x="957923" y="0"/>
                  </a:lnTo>
                  <a:lnTo>
                    <a:pt x="983785" y="30145"/>
                  </a:lnTo>
                  <a:lnTo>
                    <a:pt x="1011188" y="65595"/>
                  </a:lnTo>
                  <a:lnTo>
                    <a:pt x="1036782" y="102454"/>
                  </a:lnTo>
                  <a:lnTo>
                    <a:pt x="1060501" y="140656"/>
                  </a:lnTo>
                  <a:lnTo>
                    <a:pt x="1082277" y="180133"/>
                  </a:lnTo>
                  <a:lnTo>
                    <a:pt x="1102043" y="220820"/>
                  </a:lnTo>
                  <a:lnTo>
                    <a:pt x="1119734" y="262650"/>
                  </a:lnTo>
                  <a:lnTo>
                    <a:pt x="1135282" y="305555"/>
                  </a:lnTo>
                  <a:lnTo>
                    <a:pt x="1148621" y="349470"/>
                  </a:lnTo>
                  <a:lnTo>
                    <a:pt x="1159685" y="394328"/>
                  </a:lnTo>
                  <a:lnTo>
                    <a:pt x="1168406" y="440061"/>
                  </a:lnTo>
                  <a:lnTo>
                    <a:pt x="1174717" y="486604"/>
                  </a:lnTo>
                  <a:lnTo>
                    <a:pt x="1178553" y="533890"/>
                  </a:lnTo>
                  <a:lnTo>
                    <a:pt x="1179847" y="581851"/>
                  </a:lnTo>
                  <a:lnTo>
                    <a:pt x="1178553" y="629813"/>
                  </a:lnTo>
                  <a:lnTo>
                    <a:pt x="1174717" y="677099"/>
                  </a:lnTo>
                  <a:lnTo>
                    <a:pt x="1168406" y="723642"/>
                  </a:lnTo>
                  <a:lnTo>
                    <a:pt x="1159685" y="769375"/>
                  </a:lnTo>
                  <a:lnTo>
                    <a:pt x="1148621" y="814233"/>
                  </a:lnTo>
                  <a:lnTo>
                    <a:pt x="1135282" y="858148"/>
                  </a:lnTo>
                  <a:lnTo>
                    <a:pt x="1119734" y="901053"/>
                  </a:lnTo>
                  <a:lnTo>
                    <a:pt x="1102043" y="942883"/>
                  </a:lnTo>
                  <a:lnTo>
                    <a:pt x="1082277" y="983570"/>
                  </a:lnTo>
                  <a:lnTo>
                    <a:pt x="1060501" y="1023047"/>
                  </a:lnTo>
                  <a:lnTo>
                    <a:pt x="1036782" y="1061249"/>
                  </a:lnTo>
                  <a:lnTo>
                    <a:pt x="1011188" y="1098108"/>
                  </a:lnTo>
                  <a:lnTo>
                    <a:pt x="983785" y="1133558"/>
                  </a:lnTo>
                  <a:lnTo>
                    <a:pt x="954639" y="1167531"/>
                  </a:lnTo>
                  <a:lnTo>
                    <a:pt x="923817" y="1199963"/>
                  </a:lnTo>
                  <a:lnTo>
                    <a:pt x="891385" y="1230785"/>
                  </a:lnTo>
                  <a:lnTo>
                    <a:pt x="857412" y="1259931"/>
                  </a:lnTo>
                  <a:lnTo>
                    <a:pt x="821962" y="1287334"/>
                  </a:lnTo>
                  <a:lnTo>
                    <a:pt x="785103" y="1312928"/>
                  </a:lnTo>
                  <a:lnTo>
                    <a:pt x="746901" y="1336647"/>
                  </a:lnTo>
                  <a:lnTo>
                    <a:pt x="707424" y="1358423"/>
                  </a:lnTo>
                  <a:lnTo>
                    <a:pt x="666737" y="1378189"/>
                  </a:lnTo>
                  <a:lnTo>
                    <a:pt x="624907" y="1395880"/>
                  </a:lnTo>
                  <a:lnTo>
                    <a:pt x="582002" y="1411428"/>
                  </a:lnTo>
                  <a:lnTo>
                    <a:pt x="538087" y="1424767"/>
                  </a:lnTo>
                  <a:lnTo>
                    <a:pt x="493229" y="1435831"/>
                  </a:lnTo>
                  <a:lnTo>
                    <a:pt x="447496" y="1444552"/>
                  </a:lnTo>
                  <a:lnTo>
                    <a:pt x="400953" y="1450863"/>
                  </a:lnTo>
                  <a:lnTo>
                    <a:pt x="353667" y="1454699"/>
                  </a:lnTo>
                  <a:lnTo>
                    <a:pt x="305705" y="1455993"/>
                  </a:lnTo>
                  <a:close/>
                </a:path>
              </a:pathLst>
            </a:custGeom>
            <a:solidFill>
              <a:srgbClr val="404A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7110643" y="0"/>
              <a:ext cx="1177925" cy="1188720"/>
            </a:xfrm>
            <a:custGeom>
              <a:avLst/>
              <a:gdLst/>
              <a:ahLst/>
              <a:cxnLst/>
              <a:rect l="l" t="t" r="r" b="b"/>
              <a:pathLst>
                <a:path w="1177925" h="1188720">
                  <a:moveTo>
                    <a:pt x="874140" y="1188426"/>
                  </a:moveTo>
                  <a:lnTo>
                    <a:pt x="826178" y="1187132"/>
                  </a:lnTo>
                  <a:lnTo>
                    <a:pt x="778893" y="1183296"/>
                  </a:lnTo>
                  <a:lnTo>
                    <a:pt x="732350" y="1176985"/>
                  </a:lnTo>
                  <a:lnTo>
                    <a:pt x="686616" y="1168264"/>
                  </a:lnTo>
                  <a:lnTo>
                    <a:pt x="641759" y="1157200"/>
                  </a:lnTo>
                  <a:lnTo>
                    <a:pt x="597844" y="1143861"/>
                  </a:lnTo>
                  <a:lnTo>
                    <a:pt x="554938" y="1128313"/>
                  </a:lnTo>
                  <a:lnTo>
                    <a:pt x="513109" y="1110622"/>
                  </a:lnTo>
                  <a:lnTo>
                    <a:pt x="472422" y="1090856"/>
                  </a:lnTo>
                  <a:lnTo>
                    <a:pt x="432944" y="1069080"/>
                  </a:lnTo>
                  <a:lnTo>
                    <a:pt x="394743" y="1045361"/>
                  </a:lnTo>
                  <a:lnTo>
                    <a:pt x="357884" y="1019767"/>
                  </a:lnTo>
                  <a:lnTo>
                    <a:pt x="322434" y="992364"/>
                  </a:lnTo>
                  <a:lnTo>
                    <a:pt x="288460" y="963217"/>
                  </a:lnTo>
                  <a:lnTo>
                    <a:pt x="256029" y="932396"/>
                  </a:lnTo>
                  <a:lnTo>
                    <a:pt x="225207" y="899964"/>
                  </a:lnTo>
                  <a:lnTo>
                    <a:pt x="196061" y="865991"/>
                  </a:lnTo>
                  <a:lnTo>
                    <a:pt x="168658" y="830541"/>
                  </a:lnTo>
                  <a:lnTo>
                    <a:pt x="143064" y="793682"/>
                  </a:lnTo>
                  <a:lnTo>
                    <a:pt x="119345" y="755480"/>
                  </a:lnTo>
                  <a:lnTo>
                    <a:pt x="97569" y="716003"/>
                  </a:lnTo>
                  <a:lnTo>
                    <a:pt x="77803" y="675316"/>
                  </a:lnTo>
                  <a:lnTo>
                    <a:pt x="60112" y="633486"/>
                  </a:lnTo>
                  <a:lnTo>
                    <a:pt x="44564" y="590581"/>
                  </a:lnTo>
                  <a:lnTo>
                    <a:pt x="31225" y="546666"/>
                  </a:lnTo>
                  <a:lnTo>
                    <a:pt x="20161" y="501808"/>
                  </a:lnTo>
                  <a:lnTo>
                    <a:pt x="11441" y="456075"/>
                  </a:lnTo>
                  <a:lnTo>
                    <a:pt x="5129" y="409532"/>
                  </a:lnTo>
                  <a:lnTo>
                    <a:pt x="1293" y="362246"/>
                  </a:lnTo>
                  <a:lnTo>
                    <a:pt x="0" y="314284"/>
                  </a:lnTo>
                  <a:lnTo>
                    <a:pt x="1293" y="266323"/>
                  </a:lnTo>
                  <a:lnTo>
                    <a:pt x="5129" y="219037"/>
                  </a:lnTo>
                  <a:lnTo>
                    <a:pt x="11441" y="172494"/>
                  </a:lnTo>
                  <a:lnTo>
                    <a:pt x="20161" y="126761"/>
                  </a:lnTo>
                  <a:lnTo>
                    <a:pt x="31225" y="81903"/>
                  </a:lnTo>
                  <a:lnTo>
                    <a:pt x="44564" y="37988"/>
                  </a:lnTo>
                  <a:lnTo>
                    <a:pt x="58330" y="0"/>
                  </a:lnTo>
                  <a:lnTo>
                    <a:pt x="1177355" y="0"/>
                  </a:lnTo>
                  <a:lnTo>
                    <a:pt x="1177355" y="1134106"/>
                  </a:lnTo>
                  <a:lnTo>
                    <a:pt x="1150437" y="1143861"/>
                  </a:lnTo>
                  <a:lnTo>
                    <a:pt x="1106522" y="1157200"/>
                  </a:lnTo>
                  <a:lnTo>
                    <a:pt x="1061664" y="1168264"/>
                  </a:lnTo>
                  <a:lnTo>
                    <a:pt x="1015931" y="1176985"/>
                  </a:lnTo>
                  <a:lnTo>
                    <a:pt x="969387" y="1183296"/>
                  </a:lnTo>
                  <a:lnTo>
                    <a:pt x="922102" y="1187132"/>
                  </a:lnTo>
                  <a:lnTo>
                    <a:pt x="874140" y="1188426"/>
                  </a:lnTo>
                  <a:close/>
                </a:path>
              </a:pathLst>
            </a:custGeom>
            <a:solidFill>
              <a:srgbClr val="AB86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569784" y="1188426"/>
              <a:ext cx="13800455" cy="0"/>
            </a:xfrm>
            <a:custGeom>
              <a:avLst/>
              <a:gdLst/>
              <a:ahLst/>
              <a:cxnLst/>
              <a:rect l="l" t="t" r="r" b="b"/>
              <a:pathLst>
                <a:path w="13800455">
                  <a:moveTo>
                    <a:pt x="0" y="0"/>
                  </a:moveTo>
                  <a:lnTo>
                    <a:pt x="13800056" y="0"/>
                  </a:lnTo>
                </a:path>
              </a:pathLst>
            </a:custGeom>
            <a:ln w="47624">
              <a:solidFill>
                <a:srgbClr val="5C53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459687" y="251612"/>
            <a:ext cx="14029690" cy="7067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450" b="1" spc="-75" dirty="0">
                <a:solidFill>
                  <a:srgbClr val="404A3B"/>
                </a:solidFill>
                <a:latin typeface="Trebuchet MS"/>
                <a:cs typeface="Trebuchet MS"/>
              </a:rPr>
              <a:t>IMPLEMENTATION</a:t>
            </a:r>
            <a:r>
              <a:rPr sz="4450" b="1" spc="-204" dirty="0">
                <a:solidFill>
                  <a:srgbClr val="404A3B"/>
                </a:solidFill>
                <a:latin typeface="Trebuchet MS"/>
                <a:cs typeface="Trebuchet MS"/>
              </a:rPr>
              <a:t> </a:t>
            </a:r>
            <a:r>
              <a:rPr sz="4450" b="1" spc="-110" dirty="0">
                <a:solidFill>
                  <a:srgbClr val="404A3B"/>
                </a:solidFill>
                <a:latin typeface="Trebuchet MS"/>
                <a:cs typeface="Trebuchet MS"/>
              </a:rPr>
              <a:t>(SOFTWARE</a:t>
            </a:r>
            <a:r>
              <a:rPr sz="4450" b="1" spc="-30" dirty="0">
                <a:solidFill>
                  <a:srgbClr val="404A3B"/>
                </a:solidFill>
                <a:latin typeface="Trebuchet MS"/>
                <a:cs typeface="Trebuchet MS"/>
              </a:rPr>
              <a:t> </a:t>
            </a:r>
            <a:r>
              <a:rPr sz="4450" b="1" spc="-600" dirty="0">
                <a:solidFill>
                  <a:srgbClr val="404A3B"/>
                </a:solidFill>
                <a:latin typeface="Trebuchet MS"/>
                <a:cs typeface="Trebuchet MS"/>
              </a:rPr>
              <a:t>&amp;</a:t>
            </a:r>
            <a:r>
              <a:rPr sz="4450" b="1" spc="265" dirty="0">
                <a:solidFill>
                  <a:srgbClr val="404A3B"/>
                </a:solidFill>
                <a:latin typeface="Trebuchet MS"/>
                <a:cs typeface="Trebuchet MS"/>
              </a:rPr>
              <a:t> </a:t>
            </a:r>
            <a:r>
              <a:rPr sz="4450" b="1" spc="-25" dirty="0">
                <a:solidFill>
                  <a:srgbClr val="404A3B"/>
                </a:solidFill>
                <a:latin typeface="Trebuchet MS"/>
                <a:cs typeface="Trebuchet MS"/>
              </a:rPr>
              <a:t>CLOUD</a:t>
            </a:r>
            <a:r>
              <a:rPr sz="4450" b="1" spc="15" dirty="0">
                <a:solidFill>
                  <a:srgbClr val="404A3B"/>
                </a:solidFill>
                <a:latin typeface="Trebuchet MS"/>
                <a:cs typeface="Trebuchet MS"/>
              </a:rPr>
              <a:t> </a:t>
            </a:r>
            <a:r>
              <a:rPr sz="4450" b="1" spc="-30" dirty="0">
                <a:solidFill>
                  <a:srgbClr val="404A3B"/>
                </a:solidFill>
                <a:latin typeface="Trebuchet MS"/>
                <a:cs typeface="Trebuchet MS"/>
              </a:rPr>
              <a:t>INTEGRATION)</a:t>
            </a:r>
            <a:endParaRPr sz="445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709958" y="2380597"/>
            <a:ext cx="50165" cy="19050"/>
          </a:xfrm>
          <a:custGeom>
            <a:avLst/>
            <a:gdLst/>
            <a:ahLst/>
            <a:cxnLst/>
            <a:rect l="l" t="t" r="r" b="b"/>
            <a:pathLst>
              <a:path w="50164" h="19050">
                <a:moveTo>
                  <a:pt x="50145" y="19049"/>
                </a:moveTo>
                <a:lnTo>
                  <a:pt x="0" y="19049"/>
                </a:lnTo>
                <a:lnTo>
                  <a:pt x="0" y="0"/>
                </a:lnTo>
                <a:lnTo>
                  <a:pt x="50145" y="0"/>
                </a:lnTo>
                <a:lnTo>
                  <a:pt x="50145" y="19049"/>
                </a:lnTo>
                <a:close/>
              </a:path>
            </a:pathLst>
          </a:custGeom>
          <a:solidFill>
            <a:srgbClr val="6613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67147" y="1335673"/>
            <a:ext cx="13800455" cy="25787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00" b="1" i="1" u="heavy" spc="-105" dirty="0">
                <a:solidFill>
                  <a:srgbClr val="661313"/>
                </a:solidFill>
                <a:uFill>
                  <a:solidFill>
                    <a:srgbClr val="661313"/>
                  </a:solidFill>
                </a:uFill>
                <a:latin typeface="Arial"/>
                <a:cs typeface="Arial"/>
              </a:rPr>
              <a:t>Edge</a:t>
            </a:r>
            <a:r>
              <a:rPr sz="2100" b="1" i="1" u="heavy" spc="-25" dirty="0">
                <a:solidFill>
                  <a:srgbClr val="661313"/>
                </a:solidFill>
                <a:uFill>
                  <a:solidFill>
                    <a:srgbClr val="661313"/>
                  </a:solidFill>
                </a:uFill>
                <a:latin typeface="Arial"/>
                <a:cs typeface="Arial"/>
              </a:rPr>
              <a:t> </a:t>
            </a:r>
            <a:r>
              <a:rPr sz="2100" b="1" i="1" u="heavy" spc="-40" dirty="0">
                <a:solidFill>
                  <a:srgbClr val="661313"/>
                </a:solidFill>
                <a:uFill>
                  <a:solidFill>
                    <a:srgbClr val="661313"/>
                  </a:solidFill>
                </a:uFill>
                <a:latin typeface="Arial"/>
                <a:cs typeface="Arial"/>
              </a:rPr>
              <a:t>AI</a:t>
            </a:r>
            <a:r>
              <a:rPr sz="2100" b="1" i="1" u="heavy" spc="-40" dirty="0">
                <a:solidFill>
                  <a:srgbClr val="086A34"/>
                </a:solidFill>
                <a:uFill>
                  <a:solidFill>
                    <a:srgbClr val="086A34"/>
                  </a:solidFill>
                </a:uFill>
                <a:latin typeface="Arial"/>
                <a:cs typeface="Arial"/>
              </a:rPr>
              <a:t>:</a:t>
            </a:r>
            <a:r>
              <a:rPr sz="2100" b="1" i="1" spc="-15" dirty="0">
                <a:solidFill>
                  <a:srgbClr val="086A34"/>
                </a:solidFill>
                <a:latin typeface="Arial"/>
                <a:cs typeface="Arial"/>
              </a:rPr>
              <a:t> </a:t>
            </a:r>
            <a:r>
              <a:rPr sz="2100" spc="-150" dirty="0">
                <a:latin typeface="Arial Black"/>
                <a:cs typeface="Arial Black"/>
              </a:rPr>
              <a:t>OpenCV</a:t>
            </a:r>
            <a:r>
              <a:rPr sz="2100" spc="-135" dirty="0">
                <a:latin typeface="Arial Black"/>
                <a:cs typeface="Arial Black"/>
              </a:rPr>
              <a:t> </a:t>
            </a:r>
            <a:r>
              <a:rPr sz="2100" spc="-70" dirty="0">
                <a:latin typeface="Arial Black"/>
                <a:cs typeface="Arial Black"/>
              </a:rPr>
              <a:t>Python</a:t>
            </a:r>
            <a:r>
              <a:rPr sz="2100" spc="-135" dirty="0">
                <a:latin typeface="Arial Black"/>
                <a:cs typeface="Arial Black"/>
              </a:rPr>
              <a:t> </a:t>
            </a:r>
            <a:r>
              <a:rPr sz="2100" spc="-80" dirty="0">
                <a:latin typeface="Arial Black"/>
                <a:cs typeface="Arial Black"/>
              </a:rPr>
              <a:t>model</a:t>
            </a:r>
            <a:r>
              <a:rPr sz="2100" spc="-135" dirty="0">
                <a:latin typeface="Arial Black"/>
                <a:cs typeface="Arial Black"/>
              </a:rPr>
              <a:t> </a:t>
            </a:r>
            <a:r>
              <a:rPr sz="2100" spc="-80" dirty="0">
                <a:latin typeface="Arial Black"/>
                <a:cs typeface="Arial Black"/>
              </a:rPr>
              <a:t>optimized</a:t>
            </a:r>
            <a:r>
              <a:rPr sz="2100" spc="-135" dirty="0">
                <a:latin typeface="Arial Black"/>
                <a:cs typeface="Arial Black"/>
              </a:rPr>
              <a:t> </a:t>
            </a:r>
            <a:r>
              <a:rPr sz="2100" spc="-20" dirty="0">
                <a:latin typeface="Arial Black"/>
                <a:cs typeface="Arial Black"/>
              </a:rPr>
              <a:t>for</a:t>
            </a:r>
            <a:r>
              <a:rPr sz="2100" spc="-135" dirty="0">
                <a:latin typeface="Arial Black"/>
                <a:cs typeface="Arial Black"/>
              </a:rPr>
              <a:t> </a:t>
            </a:r>
            <a:r>
              <a:rPr sz="2100" spc="-90" dirty="0">
                <a:latin typeface="Arial Black"/>
                <a:cs typeface="Arial Black"/>
              </a:rPr>
              <a:t>low-</a:t>
            </a:r>
            <a:r>
              <a:rPr sz="2100" spc="-85" dirty="0">
                <a:latin typeface="Arial Black"/>
                <a:cs typeface="Arial Black"/>
              </a:rPr>
              <a:t>computational</a:t>
            </a:r>
            <a:r>
              <a:rPr sz="2100" spc="-135" dirty="0">
                <a:latin typeface="Arial Black"/>
                <a:cs typeface="Arial Black"/>
              </a:rPr>
              <a:t> </a:t>
            </a:r>
            <a:r>
              <a:rPr sz="2100" spc="-90" dirty="0">
                <a:latin typeface="Arial Black"/>
                <a:cs typeface="Arial Black"/>
              </a:rPr>
              <a:t>overhead</a:t>
            </a:r>
            <a:r>
              <a:rPr sz="2100" spc="-135" dirty="0">
                <a:latin typeface="Arial Black"/>
                <a:cs typeface="Arial Black"/>
              </a:rPr>
              <a:t> </a:t>
            </a:r>
            <a:r>
              <a:rPr sz="2100" spc="-60" dirty="0">
                <a:latin typeface="Arial Black"/>
                <a:cs typeface="Arial Black"/>
              </a:rPr>
              <a:t>on</a:t>
            </a:r>
            <a:r>
              <a:rPr sz="2100" spc="-135" dirty="0">
                <a:latin typeface="Arial Black"/>
                <a:cs typeface="Arial Black"/>
              </a:rPr>
              <a:t> </a:t>
            </a:r>
            <a:r>
              <a:rPr sz="2100" spc="-10" dirty="0">
                <a:latin typeface="Arial Black"/>
                <a:cs typeface="Arial Black"/>
              </a:rPr>
              <a:t>microcontrollers.</a:t>
            </a:r>
            <a:endParaRPr sz="21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21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</a:pPr>
            <a:r>
              <a:rPr sz="2100" b="1" i="1" u="heavy" spc="-20" dirty="0">
                <a:solidFill>
                  <a:srgbClr val="661313"/>
                </a:solidFill>
                <a:uFill>
                  <a:solidFill>
                    <a:srgbClr val="661313"/>
                  </a:solidFill>
                </a:uFill>
                <a:latin typeface="Arial"/>
                <a:cs typeface="Arial"/>
              </a:rPr>
              <a:t>IoT</a:t>
            </a:r>
            <a:r>
              <a:rPr sz="2100" b="1" i="1" u="heavy" spc="-10" dirty="0">
                <a:solidFill>
                  <a:srgbClr val="661313"/>
                </a:solidFill>
                <a:uFill>
                  <a:solidFill>
                    <a:srgbClr val="661313"/>
                  </a:solidFill>
                </a:uFill>
                <a:latin typeface="Arial"/>
                <a:cs typeface="Arial"/>
              </a:rPr>
              <a:t> </a:t>
            </a:r>
            <a:r>
              <a:rPr sz="2100" b="1" i="1" u="heavy" dirty="0">
                <a:solidFill>
                  <a:srgbClr val="661313"/>
                </a:solidFill>
                <a:uFill>
                  <a:solidFill>
                    <a:srgbClr val="661313"/>
                  </a:solidFill>
                </a:uFill>
                <a:latin typeface="Arial"/>
                <a:cs typeface="Arial"/>
              </a:rPr>
              <a:t>Gateway</a:t>
            </a:r>
            <a:r>
              <a:rPr sz="2100" dirty="0">
                <a:solidFill>
                  <a:srgbClr val="661313"/>
                </a:solidFill>
                <a:latin typeface="Arial Black"/>
                <a:cs typeface="Arial Black"/>
              </a:rPr>
              <a:t>:</a:t>
            </a:r>
            <a:r>
              <a:rPr sz="2100" spc="-125" dirty="0">
                <a:solidFill>
                  <a:srgbClr val="661313"/>
                </a:solidFill>
                <a:latin typeface="Arial Black"/>
                <a:cs typeface="Arial Black"/>
              </a:rPr>
              <a:t> </a:t>
            </a:r>
            <a:r>
              <a:rPr sz="2100" spc="-100" dirty="0">
                <a:latin typeface="Arial Black"/>
                <a:cs typeface="Arial Black"/>
              </a:rPr>
              <a:t>Central</a:t>
            </a:r>
            <a:r>
              <a:rPr sz="2100" spc="-120" dirty="0">
                <a:latin typeface="Arial Black"/>
                <a:cs typeface="Arial Black"/>
              </a:rPr>
              <a:t> </a:t>
            </a:r>
            <a:r>
              <a:rPr sz="2100" spc="-40" dirty="0">
                <a:latin typeface="Arial Black"/>
                <a:cs typeface="Arial Black"/>
              </a:rPr>
              <a:t>hub</a:t>
            </a:r>
            <a:r>
              <a:rPr sz="2100" spc="-125" dirty="0">
                <a:latin typeface="Arial Black"/>
                <a:cs typeface="Arial Black"/>
              </a:rPr>
              <a:t> </a:t>
            </a:r>
            <a:r>
              <a:rPr sz="2100" spc="-20" dirty="0">
                <a:latin typeface="Arial Black"/>
                <a:cs typeface="Arial Black"/>
              </a:rPr>
              <a:t>for</a:t>
            </a:r>
            <a:r>
              <a:rPr sz="2100" spc="-120" dirty="0">
                <a:latin typeface="Arial Black"/>
                <a:cs typeface="Arial Black"/>
              </a:rPr>
              <a:t> </a:t>
            </a:r>
            <a:r>
              <a:rPr sz="2100" spc="-95" dirty="0">
                <a:latin typeface="Arial Black"/>
                <a:cs typeface="Arial Black"/>
              </a:rPr>
              <a:t>data</a:t>
            </a:r>
            <a:r>
              <a:rPr sz="2100" spc="-125" dirty="0">
                <a:latin typeface="Arial Black"/>
                <a:cs typeface="Arial Black"/>
              </a:rPr>
              <a:t> </a:t>
            </a:r>
            <a:r>
              <a:rPr sz="2100" spc="-120" dirty="0">
                <a:latin typeface="Arial Black"/>
                <a:cs typeface="Arial Black"/>
              </a:rPr>
              <a:t>collection, </a:t>
            </a:r>
            <a:r>
              <a:rPr sz="2100" spc="-80" dirty="0">
                <a:latin typeface="Arial Black"/>
                <a:cs typeface="Arial Black"/>
              </a:rPr>
              <a:t>supporting</a:t>
            </a:r>
            <a:r>
              <a:rPr sz="2100" spc="-125" dirty="0">
                <a:latin typeface="Arial Black"/>
                <a:cs typeface="Arial Black"/>
              </a:rPr>
              <a:t> </a:t>
            </a:r>
            <a:r>
              <a:rPr sz="2100" spc="-65" dirty="0">
                <a:latin typeface="Arial Black"/>
                <a:cs typeface="Arial Black"/>
              </a:rPr>
              <a:t>multiple</a:t>
            </a:r>
            <a:r>
              <a:rPr sz="2100" spc="-120" dirty="0">
                <a:latin typeface="Arial Black"/>
                <a:cs typeface="Arial Black"/>
              </a:rPr>
              <a:t> </a:t>
            </a:r>
            <a:r>
              <a:rPr sz="2100" spc="-140" dirty="0">
                <a:latin typeface="Arial Black"/>
                <a:cs typeface="Arial Black"/>
              </a:rPr>
              <a:t>wireless</a:t>
            </a:r>
            <a:r>
              <a:rPr sz="2100" spc="-125" dirty="0">
                <a:latin typeface="Arial Black"/>
                <a:cs typeface="Arial Black"/>
              </a:rPr>
              <a:t> </a:t>
            </a:r>
            <a:r>
              <a:rPr sz="2100" spc="-110" dirty="0">
                <a:latin typeface="Arial Black"/>
                <a:cs typeface="Arial Black"/>
              </a:rPr>
              <a:t>protocols</a:t>
            </a:r>
            <a:r>
              <a:rPr sz="2100" spc="-120" dirty="0">
                <a:latin typeface="Arial Black"/>
                <a:cs typeface="Arial Black"/>
              </a:rPr>
              <a:t> </a:t>
            </a:r>
            <a:r>
              <a:rPr sz="2100" spc="-70" dirty="0">
                <a:latin typeface="Arial Black"/>
                <a:cs typeface="Arial Black"/>
              </a:rPr>
              <a:t>(Wi-</a:t>
            </a:r>
            <a:r>
              <a:rPr sz="2100" spc="-130" dirty="0">
                <a:latin typeface="Arial Black"/>
                <a:cs typeface="Arial Black"/>
              </a:rPr>
              <a:t>Fi,</a:t>
            </a:r>
            <a:r>
              <a:rPr sz="2100" spc="-125" dirty="0">
                <a:latin typeface="Arial Black"/>
                <a:cs typeface="Arial Black"/>
              </a:rPr>
              <a:t> </a:t>
            </a:r>
            <a:r>
              <a:rPr sz="2100" spc="-10" dirty="0">
                <a:latin typeface="Arial Black"/>
                <a:cs typeface="Arial Black"/>
              </a:rPr>
              <a:t>GPS).</a:t>
            </a:r>
            <a:endParaRPr sz="21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21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</a:pPr>
            <a:r>
              <a:rPr sz="2100" b="1" i="1" u="heavy" spc="-50" dirty="0">
                <a:solidFill>
                  <a:srgbClr val="792E00"/>
                </a:solidFill>
                <a:uFill>
                  <a:solidFill>
                    <a:srgbClr val="792E00"/>
                  </a:solidFill>
                </a:uFill>
                <a:latin typeface="Arial"/>
                <a:cs typeface="Arial"/>
              </a:rPr>
              <a:t>Cloud</a:t>
            </a:r>
            <a:r>
              <a:rPr sz="2100" b="1" i="1" u="heavy" spc="-5" dirty="0">
                <a:solidFill>
                  <a:srgbClr val="792E00"/>
                </a:solidFill>
                <a:uFill>
                  <a:solidFill>
                    <a:srgbClr val="792E00"/>
                  </a:solidFill>
                </a:uFill>
                <a:latin typeface="Arial"/>
                <a:cs typeface="Arial"/>
              </a:rPr>
              <a:t> </a:t>
            </a:r>
            <a:r>
              <a:rPr sz="2100" b="1" i="1" u="heavy" dirty="0">
                <a:solidFill>
                  <a:srgbClr val="792E00"/>
                </a:solidFill>
                <a:uFill>
                  <a:solidFill>
                    <a:srgbClr val="792E00"/>
                  </a:solidFill>
                </a:uFill>
                <a:latin typeface="Arial"/>
                <a:cs typeface="Arial"/>
              </a:rPr>
              <a:t>Platform</a:t>
            </a:r>
            <a:r>
              <a:rPr sz="2100" dirty="0">
                <a:solidFill>
                  <a:srgbClr val="792E00"/>
                </a:solidFill>
                <a:latin typeface="Arial Black"/>
                <a:cs typeface="Arial Black"/>
              </a:rPr>
              <a:t>:</a:t>
            </a:r>
            <a:r>
              <a:rPr sz="2100" spc="-114" dirty="0">
                <a:solidFill>
                  <a:srgbClr val="792E00"/>
                </a:solidFill>
                <a:latin typeface="Arial Black"/>
                <a:cs typeface="Arial Black"/>
              </a:rPr>
              <a:t> </a:t>
            </a:r>
            <a:r>
              <a:rPr sz="2100" spc="-155" dirty="0">
                <a:latin typeface="Arial Black"/>
                <a:cs typeface="Arial Black"/>
              </a:rPr>
              <a:t>Aggregates</a:t>
            </a:r>
            <a:r>
              <a:rPr sz="2100" spc="-114" dirty="0">
                <a:latin typeface="Arial Black"/>
                <a:cs typeface="Arial Black"/>
              </a:rPr>
              <a:t> </a:t>
            </a:r>
            <a:r>
              <a:rPr sz="2100" spc="-65" dirty="0">
                <a:latin typeface="Arial Black"/>
                <a:cs typeface="Arial Black"/>
              </a:rPr>
              <a:t>time-</a:t>
            </a:r>
            <a:r>
              <a:rPr sz="2100" spc="-105" dirty="0">
                <a:latin typeface="Arial Black"/>
                <a:cs typeface="Arial Black"/>
              </a:rPr>
              <a:t>stamped</a:t>
            </a:r>
            <a:r>
              <a:rPr sz="2100" spc="-114" dirty="0">
                <a:latin typeface="Arial Black"/>
                <a:cs typeface="Arial Black"/>
              </a:rPr>
              <a:t> </a:t>
            </a:r>
            <a:r>
              <a:rPr sz="2100" spc="-95" dirty="0">
                <a:latin typeface="Arial Black"/>
                <a:cs typeface="Arial Black"/>
              </a:rPr>
              <a:t>data</a:t>
            </a:r>
            <a:r>
              <a:rPr sz="2100" spc="-114" dirty="0">
                <a:latin typeface="Arial Black"/>
                <a:cs typeface="Arial Black"/>
              </a:rPr>
              <a:t> </a:t>
            </a:r>
            <a:r>
              <a:rPr sz="2100" spc="-20" dirty="0">
                <a:latin typeface="Arial Black"/>
                <a:cs typeface="Arial Black"/>
              </a:rPr>
              <a:t>for</a:t>
            </a:r>
            <a:r>
              <a:rPr sz="2100" spc="-114" dirty="0">
                <a:latin typeface="Arial Black"/>
                <a:cs typeface="Arial Black"/>
              </a:rPr>
              <a:t> </a:t>
            </a:r>
            <a:r>
              <a:rPr sz="2100" spc="-60" dirty="0">
                <a:latin typeface="Arial Black"/>
                <a:cs typeface="Arial Black"/>
              </a:rPr>
              <a:t>audit</a:t>
            </a:r>
            <a:r>
              <a:rPr sz="2100" spc="-120" dirty="0">
                <a:latin typeface="Arial Black"/>
                <a:cs typeface="Arial Black"/>
              </a:rPr>
              <a:t> </a:t>
            </a:r>
            <a:r>
              <a:rPr sz="2100" spc="-85" dirty="0">
                <a:latin typeface="Arial Black"/>
                <a:cs typeface="Arial Black"/>
              </a:rPr>
              <a:t>trails</a:t>
            </a:r>
            <a:r>
              <a:rPr sz="2100" spc="-114" dirty="0">
                <a:latin typeface="Arial Black"/>
                <a:cs typeface="Arial Black"/>
              </a:rPr>
              <a:t> </a:t>
            </a:r>
            <a:r>
              <a:rPr sz="2100" spc="-70" dirty="0">
                <a:latin typeface="Arial Black"/>
                <a:cs typeface="Arial Black"/>
              </a:rPr>
              <a:t>and</a:t>
            </a:r>
            <a:r>
              <a:rPr sz="2100" spc="-114" dirty="0">
                <a:latin typeface="Arial Black"/>
                <a:cs typeface="Arial Black"/>
              </a:rPr>
              <a:t> </a:t>
            </a:r>
            <a:r>
              <a:rPr sz="2100" spc="-55" dirty="0">
                <a:latin typeface="Arial Black"/>
                <a:cs typeface="Arial Black"/>
              </a:rPr>
              <a:t>route</a:t>
            </a:r>
            <a:r>
              <a:rPr sz="2100" spc="-114" dirty="0">
                <a:latin typeface="Arial Black"/>
                <a:cs typeface="Arial Black"/>
              </a:rPr>
              <a:t> </a:t>
            </a:r>
            <a:r>
              <a:rPr sz="2100" spc="-10" dirty="0">
                <a:latin typeface="Arial Black"/>
                <a:cs typeface="Arial Black"/>
              </a:rPr>
              <a:t>optimization.</a:t>
            </a:r>
            <a:endParaRPr sz="21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21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</a:pPr>
            <a:r>
              <a:rPr sz="2100" b="1" i="1" u="heavy" dirty="0">
                <a:solidFill>
                  <a:srgbClr val="661313"/>
                </a:solidFill>
                <a:uFill>
                  <a:solidFill>
                    <a:srgbClr val="661313"/>
                  </a:solidFill>
                </a:uFill>
                <a:latin typeface="Arial"/>
                <a:cs typeface="Arial"/>
              </a:rPr>
              <a:t>Mobile</a:t>
            </a:r>
            <a:r>
              <a:rPr sz="2100" b="1" i="1" u="heavy" spc="-5" dirty="0">
                <a:solidFill>
                  <a:srgbClr val="661313"/>
                </a:solidFill>
                <a:uFill>
                  <a:solidFill>
                    <a:srgbClr val="661313"/>
                  </a:solidFill>
                </a:uFill>
                <a:latin typeface="Arial"/>
                <a:cs typeface="Arial"/>
              </a:rPr>
              <a:t> </a:t>
            </a:r>
            <a:r>
              <a:rPr sz="2100" b="1" i="1" u="heavy" spc="-90" dirty="0">
                <a:solidFill>
                  <a:srgbClr val="661313"/>
                </a:solidFill>
                <a:uFill>
                  <a:solidFill>
                    <a:srgbClr val="661313"/>
                  </a:solidFill>
                </a:uFill>
                <a:latin typeface="Arial"/>
                <a:cs typeface="Arial"/>
              </a:rPr>
              <a:t>App</a:t>
            </a:r>
            <a:r>
              <a:rPr sz="2100" spc="-90" dirty="0">
                <a:solidFill>
                  <a:srgbClr val="404A3B"/>
                </a:solidFill>
                <a:latin typeface="Arial Black"/>
                <a:cs typeface="Arial Black"/>
              </a:rPr>
              <a:t>:</a:t>
            </a:r>
            <a:r>
              <a:rPr sz="2100" spc="-114" dirty="0">
                <a:solidFill>
                  <a:srgbClr val="404A3B"/>
                </a:solidFill>
                <a:latin typeface="Arial Black"/>
                <a:cs typeface="Arial Black"/>
              </a:rPr>
              <a:t> </a:t>
            </a:r>
            <a:r>
              <a:rPr sz="2100" spc="-110" dirty="0">
                <a:latin typeface="Arial Black"/>
                <a:cs typeface="Arial Black"/>
              </a:rPr>
              <a:t>Provides</a:t>
            </a:r>
            <a:r>
              <a:rPr sz="2100" spc="-114" dirty="0">
                <a:latin typeface="Arial Black"/>
                <a:cs typeface="Arial Black"/>
              </a:rPr>
              <a:t> </a:t>
            </a:r>
            <a:r>
              <a:rPr sz="2100" spc="-80" dirty="0">
                <a:latin typeface="Arial Black"/>
                <a:cs typeface="Arial Black"/>
              </a:rPr>
              <a:t>real-</a:t>
            </a:r>
            <a:r>
              <a:rPr sz="2100" spc="-75" dirty="0">
                <a:latin typeface="Arial Black"/>
                <a:cs typeface="Arial Black"/>
              </a:rPr>
              <a:t>time</a:t>
            </a:r>
            <a:r>
              <a:rPr sz="2100" spc="-114" dirty="0">
                <a:latin typeface="Arial Black"/>
                <a:cs typeface="Arial Black"/>
              </a:rPr>
              <a:t> </a:t>
            </a:r>
            <a:r>
              <a:rPr sz="2100" spc="-90" dirty="0">
                <a:latin typeface="Arial Black"/>
                <a:cs typeface="Arial Black"/>
              </a:rPr>
              <a:t>visualization</a:t>
            </a:r>
            <a:r>
              <a:rPr sz="2100" spc="-114" dirty="0">
                <a:latin typeface="Arial Black"/>
                <a:cs typeface="Arial Black"/>
              </a:rPr>
              <a:t> </a:t>
            </a:r>
            <a:r>
              <a:rPr sz="2100" spc="-50" dirty="0">
                <a:latin typeface="Arial Black"/>
                <a:cs typeface="Arial Black"/>
              </a:rPr>
              <a:t>of</a:t>
            </a:r>
            <a:r>
              <a:rPr sz="2100" spc="-114" dirty="0">
                <a:latin typeface="Arial Black"/>
                <a:cs typeface="Arial Black"/>
              </a:rPr>
              <a:t> </a:t>
            </a:r>
            <a:r>
              <a:rPr sz="2100" spc="-250" dirty="0">
                <a:latin typeface="Arial Black"/>
                <a:cs typeface="Arial Black"/>
              </a:rPr>
              <a:t>GPS</a:t>
            </a:r>
            <a:r>
              <a:rPr sz="2100" spc="-114" dirty="0">
                <a:latin typeface="Arial Black"/>
                <a:cs typeface="Arial Black"/>
              </a:rPr>
              <a:t> locations, </a:t>
            </a:r>
            <a:r>
              <a:rPr sz="2100" spc="-55" dirty="0">
                <a:latin typeface="Arial Black"/>
                <a:cs typeface="Arial Black"/>
              </a:rPr>
              <a:t>bin</a:t>
            </a:r>
            <a:r>
              <a:rPr sz="2100" spc="-114" dirty="0">
                <a:latin typeface="Arial Black"/>
                <a:cs typeface="Arial Black"/>
              </a:rPr>
              <a:t> </a:t>
            </a:r>
            <a:r>
              <a:rPr sz="2100" spc="-110" dirty="0">
                <a:latin typeface="Arial Black"/>
                <a:cs typeface="Arial Black"/>
              </a:rPr>
              <a:t>status,</a:t>
            </a:r>
            <a:r>
              <a:rPr sz="2100" spc="-114" dirty="0">
                <a:latin typeface="Arial Black"/>
                <a:cs typeface="Arial Black"/>
              </a:rPr>
              <a:t> </a:t>
            </a:r>
            <a:r>
              <a:rPr sz="2100" spc="-70" dirty="0">
                <a:latin typeface="Arial Black"/>
                <a:cs typeface="Arial Black"/>
              </a:rPr>
              <a:t>and</a:t>
            </a:r>
            <a:r>
              <a:rPr sz="2100" spc="-114" dirty="0">
                <a:latin typeface="Arial Black"/>
                <a:cs typeface="Arial Black"/>
              </a:rPr>
              <a:t> </a:t>
            </a:r>
            <a:r>
              <a:rPr sz="2100" spc="-65" dirty="0">
                <a:latin typeface="Arial Black"/>
                <a:cs typeface="Arial Black"/>
              </a:rPr>
              <a:t>manual</a:t>
            </a:r>
            <a:r>
              <a:rPr sz="2100" spc="-120" dirty="0">
                <a:latin typeface="Arial Black"/>
                <a:cs typeface="Arial Black"/>
              </a:rPr>
              <a:t> </a:t>
            </a:r>
            <a:r>
              <a:rPr sz="2100" spc="-75" dirty="0">
                <a:latin typeface="Arial Black"/>
                <a:cs typeface="Arial Black"/>
              </a:rPr>
              <a:t>override</a:t>
            </a:r>
            <a:r>
              <a:rPr sz="2100" spc="-114" dirty="0">
                <a:latin typeface="Arial Black"/>
                <a:cs typeface="Arial Black"/>
              </a:rPr>
              <a:t> </a:t>
            </a:r>
            <a:r>
              <a:rPr sz="2100" spc="-10" dirty="0">
                <a:latin typeface="Arial Black"/>
                <a:cs typeface="Arial Black"/>
              </a:rPr>
              <a:t>controls.</a:t>
            </a:r>
            <a:endParaRPr sz="2100">
              <a:latin typeface="Arial Black"/>
              <a:cs typeface="Arial Black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994238" y="4213483"/>
            <a:ext cx="16815435" cy="6111875"/>
            <a:chOff x="994238" y="4213483"/>
            <a:chExt cx="16815435" cy="611187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3768" y="4263013"/>
              <a:ext cx="8780390" cy="601255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032338" y="4251583"/>
              <a:ext cx="8803640" cy="6035675"/>
            </a:xfrm>
            <a:custGeom>
              <a:avLst/>
              <a:gdLst/>
              <a:ahLst/>
              <a:cxnLst/>
              <a:rect l="l" t="t" r="r" b="b"/>
              <a:pathLst>
                <a:path w="8803640" h="6035675">
                  <a:moveTo>
                    <a:pt x="0" y="0"/>
                  </a:moveTo>
                  <a:lnTo>
                    <a:pt x="0" y="6035277"/>
                  </a:lnTo>
                  <a:lnTo>
                    <a:pt x="8803182" y="6035277"/>
                  </a:lnTo>
                  <a:lnTo>
                    <a:pt x="8803182" y="0"/>
                  </a:lnTo>
                  <a:lnTo>
                    <a:pt x="0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87726" y="4529713"/>
              <a:ext cx="7472077" cy="446302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0276296" y="4518283"/>
              <a:ext cx="7494905" cy="4486275"/>
            </a:xfrm>
            <a:custGeom>
              <a:avLst/>
              <a:gdLst/>
              <a:ahLst/>
              <a:cxnLst/>
              <a:rect l="l" t="t" r="r" b="b"/>
              <a:pathLst>
                <a:path w="7494905" h="4486275">
                  <a:moveTo>
                    <a:pt x="0" y="0"/>
                  </a:moveTo>
                  <a:lnTo>
                    <a:pt x="0" y="4485828"/>
                  </a:lnTo>
                  <a:lnTo>
                    <a:pt x="7494834" y="4485828"/>
                  </a:lnTo>
                  <a:lnTo>
                    <a:pt x="7494834" y="0"/>
                  </a:lnTo>
                  <a:lnTo>
                    <a:pt x="0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7246600" y="9232962"/>
            <a:ext cx="1892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latin typeface="Lucida Sans Unicode"/>
                <a:cs typeface="Lucida Sans Unicode"/>
              </a:rPr>
              <a:t>6</a:t>
            </a:r>
            <a:endParaRPr sz="20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2160" y="0"/>
            <a:ext cx="16585565" cy="10287000"/>
            <a:chOff x="112160" y="0"/>
            <a:chExt cx="16585565" cy="10287000"/>
          </a:xfrm>
        </p:grpSpPr>
        <p:sp>
          <p:nvSpPr>
            <p:cNvPr id="3" name="object 3"/>
            <p:cNvSpPr/>
            <p:nvPr/>
          </p:nvSpPr>
          <p:spPr>
            <a:xfrm>
              <a:off x="1028699" y="0"/>
              <a:ext cx="15668625" cy="10287000"/>
            </a:xfrm>
            <a:custGeom>
              <a:avLst/>
              <a:gdLst/>
              <a:ahLst/>
              <a:cxnLst/>
              <a:rect l="l" t="t" r="r" b="b"/>
              <a:pathLst>
                <a:path w="15668625" h="10287000">
                  <a:moveTo>
                    <a:pt x="15668623" y="10286999"/>
                  </a:moveTo>
                  <a:lnTo>
                    <a:pt x="0" y="10286999"/>
                  </a:lnTo>
                  <a:lnTo>
                    <a:pt x="0" y="0"/>
                  </a:lnTo>
                  <a:lnTo>
                    <a:pt x="15668623" y="0"/>
                  </a:lnTo>
                  <a:lnTo>
                    <a:pt x="15668623" y="10286999"/>
                  </a:lnTo>
                  <a:close/>
                </a:path>
              </a:pathLst>
            </a:custGeom>
            <a:solidFill>
              <a:srgbClr val="FFF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007575" y="5251695"/>
              <a:ext cx="4170734" cy="495106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996145" y="5240265"/>
              <a:ext cx="4193540" cy="4973955"/>
            </a:xfrm>
            <a:custGeom>
              <a:avLst/>
              <a:gdLst/>
              <a:ahLst/>
              <a:cxnLst/>
              <a:rect l="l" t="t" r="r" b="b"/>
              <a:pathLst>
                <a:path w="4193540" h="4973955">
                  <a:moveTo>
                    <a:pt x="0" y="0"/>
                  </a:moveTo>
                  <a:lnTo>
                    <a:pt x="0" y="4973835"/>
                  </a:lnTo>
                  <a:lnTo>
                    <a:pt x="4193530" y="4973835"/>
                  </a:lnTo>
                  <a:lnTo>
                    <a:pt x="4193530" y="0"/>
                  </a:lnTo>
                  <a:lnTo>
                    <a:pt x="0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160" y="4950585"/>
              <a:ext cx="5772149" cy="370522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611018" y="1237027"/>
              <a:ext cx="4581524" cy="360044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07368" y="4777803"/>
              <a:ext cx="4867274" cy="404812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5891439" y="921386"/>
              <a:ext cx="49530" cy="57150"/>
            </a:xfrm>
            <a:custGeom>
              <a:avLst/>
              <a:gdLst/>
              <a:ahLst/>
              <a:cxnLst/>
              <a:rect l="l" t="t" r="r" b="b"/>
              <a:pathLst>
                <a:path w="49530" h="57150">
                  <a:moveTo>
                    <a:pt x="49086" y="57149"/>
                  </a:moveTo>
                  <a:lnTo>
                    <a:pt x="0" y="57149"/>
                  </a:lnTo>
                  <a:lnTo>
                    <a:pt x="0" y="0"/>
                  </a:lnTo>
                  <a:lnTo>
                    <a:pt x="49086" y="0"/>
                  </a:lnTo>
                  <a:lnTo>
                    <a:pt x="49086" y="57149"/>
                  </a:lnTo>
                  <a:close/>
                </a:path>
              </a:pathLst>
            </a:custGeom>
            <a:solidFill>
              <a:srgbClr val="404A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021452" y="233078"/>
            <a:ext cx="12887325" cy="790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0" b="1" u="heavy" spc="-85" dirty="0">
                <a:solidFill>
                  <a:srgbClr val="404A3B"/>
                </a:solidFill>
                <a:uFill>
                  <a:solidFill>
                    <a:srgbClr val="404A3B"/>
                  </a:solidFill>
                </a:uFill>
                <a:latin typeface="Trebuchet MS"/>
                <a:cs typeface="Trebuchet MS"/>
              </a:rPr>
              <a:t>IMPLEMENTATION</a:t>
            </a:r>
            <a:r>
              <a:rPr sz="5000" b="1" u="heavy" spc="-100" dirty="0">
                <a:solidFill>
                  <a:srgbClr val="404A3B"/>
                </a:solidFill>
                <a:uFill>
                  <a:solidFill>
                    <a:srgbClr val="404A3B"/>
                  </a:solidFill>
                </a:uFill>
                <a:latin typeface="Trebuchet MS"/>
                <a:cs typeface="Trebuchet MS"/>
              </a:rPr>
              <a:t> </a:t>
            </a:r>
            <a:r>
              <a:rPr sz="5000" b="1" spc="-35" dirty="0">
                <a:solidFill>
                  <a:srgbClr val="404A3B"/>
                </a:solidFill>
                <a:latin typeface="Trebuchet MS"/>
                <a:cs typeface="Trebuchet MS"/>
              </a:rPr>
              <a:t>(</a:t>
            </a:r>
            <a:r>
              <a:rPr sz="5000" b="1" u="heavy" spc="-35" dirty="0">
                <a:solidFill>
                  <a:srgbClr val="404A3B"/>
                </a:solidFill>
                <a:uFill>
                  <a:solidFill>
                    <a:srgbClr val="404A3B"/>
                  </a:solidFill>
                </a:uFill>
                <a:latin typeface="Trebuchet MS"/>
                <a:cs typeface="Trebuchet MS"/>
              </a:rPr>
              <a:t>EXPERIMENTAL</a:t>
            </a:r>
            <a:r>
              <a:rPr sz="5000" b="1" u="heavy" spc="-100" dirty="0">
                <a:solidFill>
                  <a:srgbClr val="404A3B"/>
                </a:solidFill>
                <a:uFill>
                  <a:solidFill>
                    <a:srgbClr val="404A3B"/>
                  </a:solidFill>
                </a:uFill>
                <a:latin typeface="Trebuchet MS"/>
                <a:cs typeface="Trebuchet MS"/>
              </a:rPr>
              <a:t> </a:t>
            </a:r>
            <a:r>
              <a:rPr sz="5000" b="1" u="heavy" spc="-10" dirty="0">
                <a:solidFill>
                  <a:srgbClr val="404A3B"/>
                </a:solidFill>
                <a:uFill>
                  <a:solidFill>
                    <a:srgbClr val="404A3B"/>
                  </a:solidFill>
                </a:uFill>
                <a:latin typeface="Trebuchet MS"/>
                <a:cs typeface="Trebuchet MS"/>
              </a:rPr>
              <a:t>RESULTS</a:t>
            </a:r>
            <a:r>
              <a:rPr sz="5000" b="1" spc="-10" dirty="0">
                <a:solidFill>
                  <a:srgbClr val="404A3B"/>
                </a:solidFill>
                <a:latin typeface="Trebuchet MS"/>
                <a:cs typeface="Trebuchet MS"/>
              </a:rPr>
              <a:t>)</a:t>
            </a:r>
            <a:endParaRPr sz="50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16000" y="1108754"/>
            <a:ext cx="10345420" cy="3273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  <a:tabLst>
                <a:tab pos="2820035" algn="l"/>
                <a:tab pos="4739005" algn="l"/>
                <a:tab pos="5142865" algn="l"/>
                <a:tab pos="7066915" algn="l"/>
                <a:tab pos="8091805" algn="l"/>
                <a:tab pos="9999345" algn="l"/>
              </a:tabLst>
            </a:pPr>
            <a:r>
              <a:rPr sz="2700" b="1" i="1" u="heavy" spc="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Classi</a:t>
            </a:r>
            <a:r>
              <a:rPr sz="2700" b="1" i="1" spc="50" dirty="0">
                <a:latin typeface="Arial"/>
                <a:cs typeface="Arial"/>
              </a:rPr>
              <a:t>f</a:t>
            </a:r>
            <a:r>
              <a:rPr sz="2700" b="1" i="1" u="heavy" spc="-17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700" b="1" i="1" u="heavy" spc="15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ication</a:t>
            </a:r>
            <a:r>
              <a:rPr sz="2700" b="1" i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sz="2700" b="1" i="1" u="heavy" spc="7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Accurac</a:t>
            </a:r>
            <a:r>
              <a:rPr sz="2700" b="1" i="1" spc="-625" dirty="0">
                <a:latin typeface="Arial"/>
                <a:cs typeface="Arial"/>
              </a:rPr>
              <a:t>y</a:t>
            </a:r>
            <a:r>
              <a:rPr sz="2700" b="1" i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sz="2700" b="1" i="1" u="heavy" spc="-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:</a:t>
            </a:r>
            <a:r>
              <a:rPr sz="2700" b="1" i="1" dirty="0">
                <a:latin typeface="Arial"/>
                <a:cs typeface="Arial"/>
              </a:rPr>
              <a:t>	</a:t>
            </a:r>
            <a:r>
              <a:rPr sz="2700" b="1" i="1" spc="70" dirty="0">
                <a:latin typeface="Arial"/>
                <a:cs typeface="Arial"/>
              </a:rPr>
              <a:t>Achieved</a:t>
            </a:r>
            <a:r>
              <a:rPr sz="2700" b="1" i="1" dirty="0">
                <a:latin typeface="Arial"/>
                <a:cs typeface="Arial"/>
              </a:rPr>
              <a:t>	</a:t>
            </a:r>
            <a:r>
              <a:rPr sz="2700" b="1" i="1" spc="55" dirty="0">
                <a:latin typeface="Arial"/>
                <a:cs typeface="Arial"/>
              </a:rPr>
              <a:t>98%</a:t>
            </a:r>
            <a:r>
              <a:rPr sz="2700" b="1" i="1" dirty="0">
                <a:latin typeface="Arial"/>
                <a:cs typeface="Arial"/>
              </a:rPr>
              <a:t>	</a:t>
            </a:r>
            <a:r>
              <a:rPr sz="2700" b="1" i="1" spc="85" dirty="0">
                <a:latin typeface="Arial"/>
                <a:cs typeface="Arial"/>
              </a:rPr>
              <a:t>accuracy</a:t>
            </a:r>
            <a:r>
              <a:rPr sz="2700" b="1" i="1" dirty="0">
                <a:latin typeface="Arial"/>
                <a:cs typeface="Arial"/>
              </a:rPr>
              <a:t>	</a:t>
            </a:r>
            <a:r>
              <a:rPr sz="2700" b="1" i="1" spc="70" dirty="0">
                <a:latin typeface="Arial"/>
                <a:cs typeface="Arial"/>
              </a:rPr>
              <a:t>in </a:t>
            </a:r>
            <a:r>
              <a:rPr sz="2700" b="1" i="1" spc="125" dirty="0">
                <a:latin typeface="Arial"/>
                <a:cs typeface="Arial"/>
              </a:rPr>
              <a:t>distinguishing</a:t>
            </a:r>
            <a:r>
              <a:rPr sz="2700" b="1" i="1" spc="340" dirty="0">
                <a:latin typeface="Arial"/>
                <a:cs typeface="Arial"/>
              </a:rPr>
              <a:t> </a:t>
            </a:r>
            <a:r>
              <a:rPr sz="2700" b="1" i="1" spc="165" dirty="0">
                <a:latin typeface="Arial"/>
                <a:cs typeface="Arial"/>
              </a:rPr>
              <a:t>waste</a:t>
            </a:r>
            <a:r>
              <a:rPr sz="2700" b="1" i="1" spc="340" dirty="0">
                <a:latin typeface="Arial"/>
                <a:cs typeface="Arial"/>
              </a:rPr>
              <a:t> </a:t>
            </a:r>
            <a:r>
              <a:rPr sz="2700" b="1" i="1" spc="110" dirty="0">
                <a:latin typeface="Arial"/>
                <a:cs typeface="Arial"/>
              </a:rPr>
              <a:t>types</a:t>
            </a:r>
            <a:r>
              <a:rPr sz="2700" b="1" i="1" spc="340" dirty="0">
                <a:latin typeface="Arial"/>
                <a:cs typeface="Arial"/>
              </a:rPr>
              <a:t> </a:t>
            </a:r>
            <a:r>
              <a:rPr sz="2700" b="1" i="1" spc="140" dirty="0">
                <a:latin typeface="Arial"/>
                <a:cs typeface="Arial"/>
              </a:rPr>
              <a:t>under</a:t>
            </a:r>
            <a:r>
              <a:rPr sz="2700" b="1" i="1" spc="345" dirty="0">
                <a:latin typeface="Arial"/>
                <a:cs typeface="Arial"/>
              </a:rPr>
              <a:t> </a:t>
            </a:r>
            <a:r>
              <a:rPr sz="2700" b="1" i="1" spc="120" dirty="0">
                <a:latin typeface="Arial"/>
                <a:cs typeface="Arial"/>
              </a:rPr>
              <a:t>varying</a:t>
            </a:r>
            <a:r>
              <a:rPr sz="2700" b="1" i="1" spc="340" dirty="0">
                <a:latin typeface="Arial"/>
                <a:cs typeface="Arial"/>
              </a:rPr>
              <a:t> </a:t>
            </a:r>
            <a:r>
              <a:rPr sz="2700" b="1" i="1" spc="140" dirty="0">
                <a:latin typeface="Arial"/>
                <a:cs typeface="Arial"/>
              </a:rPr>
              <a:t>lighting.</a:t>
            </a:r>
            <a:endParaRPr sz="2700">
              <a:latin typeface="Arial"/>
              <a:cs typeface="Arial"/>
            </a:endParaRPr>
          </a:p>
          <a:p>
            <a:pPr marL="12700" marR="5080">
              <a:lnSpc>
                <a:spcPct val="115700"/>
              </a:lnSpc>
              <a:tabLst>
                <a:tab pos="2490470" algn="l"/>
                <a:tab pos="4879975" algn="l"/>
                <a:tab pos="6641465" algn="l"/>
                <a:tab pos="7994650" algn="l"/>
                <a:tab pos="9963785" algn="l"/>
              </a:tabLst>
            </a:pPr>
            <a:r>
              <a:rPr sz="2700" b="1" i="1" u="heavy" spc="18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Operational</a:t>
            </a:r>
            <a:r>
              <a:rPr sz="2700" b="1" i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sz="2700" b="1" i="1" u="heavy" spc="7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Thresholds:</a:t>
            </a:r>
            <a:r>
              <a:rPr sz="2700" b="1" i="1" dirty="0">
                <a:latin typeface="Arial"/>
                <a:cs typeface="Arial"/>
              </a:rPr>
              <a:t>	</a:t>
            </a:r>
            <a:r>
              <a:rPr sz="2700" b="1" i="1" spc="130" dirty="0">
                <a:latin typeface="Arial"/>
                <a:cs typeface="Arial"/>
              </a:rPr>
              <a:t>Reliable</a:t>
            </a:r>
            <a:r>
              <a:rPr sz="2700" b="1" i="1" dirty="0">
                <a:latin typeface="Arial"/>
                <a:cs typeface="Arial"/>
              </a:rPr>
              <a:t>	</a:t>
            </a:r>
            <a:r>
              <a:rPr sz="2700" b="1" i="1" spc="175" dirty="0">
                <a:latin typeface="Arial"/>
                <a:cs typeface="Arial"/>
              </a:rPr>
              <a:t>alerts</a:t>
            </a:r>
            <a:r>
              <a:rPr sz="2700" b="1" i="1" dirty="0">
                <a:latin typeface="Arial"/>
                <a:cs typeface="Arial"/>
              </a:rPr>
              <a:t>	</a:t>
            </a:r>
            <a:r>
              <a:rPr sz="2700" b="1" i="1" spc="150" dirty="0">
                <a:latin typeface="Arial"/>
                <a:cs typeface="Arial"/>
              </a:rPr>
              <a:t>triggered</a:t>
            </a:r>
            <a:r>
              <a:rPr sz="2700" b="1" i="1" dirty="0">
                <a:latin typeface="Arial"/>
                <a:cs typeface="Arial"/>
              </a:rPr>
              <a:t>	</a:t>
            </a:r>
            <a:r>
              <a:rPr sz="2700" b="1" i="1" spc="215" dirty="0">
                <a:latin typeface="Arial"/>
                <a:cs typeface="Arial"/>
              </a:rPr>
              <a:t>at </a:t>
            </a:r>
            <a:r>
              <a:rPr sz="2700" b="1" i="1" spc="80" dirty="0">
                <a:latin typeface="Arial"/>
                <a:cs typeface="Arial"/>
              </a:rPr>
              <a:t>95%</a:t>
            </a:r>
            <a:r>
              <a:rPr sz="2700" b="1" i="1" spc="330" dirty="0">
                <a:latin typeface="Arial"/>
                <a:cs typeface="Arial"/>
              </a:rPr>
              <a:t> </a:t>
            </a:r>
            <a:r>
              <a:rPr sz="2700" b="1" i="1" spc="195" dirty="0">
                <a:latin typeface="Arial"/>
                <a:cs typeface="Arial"/>
              </a:rPr>
              <a:t>fill</a:t>
            </a:r>
            <a:r>
              <a:rPr sz="2700" b="1" i="1" spc="335" dirty="0">
                <a:latin typeface="Arial"/>
                <a:cs typeface="Arial"/>
              </a:rPr>
              <a:t> </a:t>
            </a:r>
            <a:r>
              <a:rPr sz="2700" b="1" i="1" spc="140" dirty="0">
                <a:latin typeface="Arial"/>
                <a:cs typeface="Arial"/>
              </a:rPr>
              <a:t>level</a:t>
            </a:r>
            <a:r>
              <a:rPr sz="2700" b="1" i="1" spc="330" dirty="0">
                <a:latin typeface="Arial"/>
                <a:cs typeface="Arial"/>
              </a:rPr>
              <a:t> </a:t>
            </a:r>
            <a:r>
              <a:rPr sz="2700" b="1" i="1" spc="125" dirty="0">
                <a:latin typeface="Arial"/>
                <a:cs typeface="Arial"/>
              </a:rPr>
              <a:t>and</a:t>
            </a:r>
            <a:r>
              <a:rPr sz="2700" b="1" i="1" spc="335" dirty="0">
                <a:latin typeface="Arial"/>
                <a:cs typeface="Arial"/>
              </a:rPr>
              <a:t> </a:t>
            </a:r>
            <a:r>
              <a:rPr sz="2700" b="1" i="1" spc="114" dirty="0">
                <a:latin typeface="Arial"/>
                <a:cs typeface="Arial"/>
              </a:rPr>
              <a:t>&gt;1500</a:t>
            </a:r>
            <a:r>
              <a:rPr sz="2700" b="1" i="1" spc="330" dirty="0">
                <a:latin typeface="Arial"/>
                <a:cs typeface="Arial"/>
              </a:rPr>
              <a:t> </a:t>
            </a:r>
            <a:r>
              <a:rPr sz="2700" b="1" i="1" spc="95" dirty="0">
                <a:latin typeface="Arial"/>
                <a:cs typeface="Arial"/>
              </a:rPr>
              <a:t>ppm</a:t>
            </a:r>
            <a:r>
              <a:rPr sz="2700" b="1" i="1" spc="335" dirty="0">
                <a:latin typeface="Arial"/>
                <a:cs typeface="Arial"/>
              </a:rPr>
              <a:t> </a:t>
            </a:r>
            <a:r>
              <a:rPr sz="2700" b="1" i="1" spc="195" dirty="0">
                <a:latin typeface="Arial"/>
                <a:cs typeface="Arial"/>
              </a:rPr>
              <a:t>Methane.</a:t>
            </a:r>
            <a:endParaRPr sz="2700">
              <a:latin typeface="Arial"/>
              <a:cs typeface="Arial"/>
            </a:endParaRPr>
          </a:p>
          <a:p>
            <a:pPr marL="12700" marR="5080">
              <a:lnSpc>
                <a:spcPct val="115700"/>
              </a:lnSpc>
              <a:spcBef>
                <a:spcPts val="3080"/>
              </a:spcBef>
              <a:tabLst>
                <a:tab pos="3665854" algn="l"/>
                <a:tab pos="7644765" algn="l"/>
                <a:tab pos="9811385" algn="l"/>
              </a:tabLst>
            </a:pPr>
            <a:r>
              <a:rPr sz="2700" b="1" i="1" u="heavy" spc="6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Responsiveness</a:t>
            </a:r>
            <a:r>
              <a:rPr sz="2700" i="1" spc="60" dirty="0">
                <a:latin typeface="Franklin Gothic Medium"/>
                <a:cs typeface="Franklin Gothic Medium"/>
              </a:rPr>
              <a:t>:</a:t>
            </a:r>
            <a:r>
              <a:rPr sz="2700" i="1" dirty="0">
                <a:latin typeface="Franklin Gothic Medium"/>
                <a:cs typeface="Franklin Gothic Medium"/>
              </a:rPr>
              <a:t>	</a:t>
            </a:r>
            <a:r>
              <a:rPr sz="2700" b="1" i="1" spc="220" dirty="0">
                <a:latin typeface="Arial"/>
                <a:cs typeface="Arial"/>
              </a:rPr>
              <a:t>Minute-</a:t>
            </a:r>
            <a:r>
              <a:rPr sz="2700" b="1" i="1" spc="120" dirty="0">
                <a:latin typeface="Arial"/>
                <a:cs typeface="Arial"/>
              </a:rPr>
              <a:t>by-</a:t>
            </a:r>
            <a:r>
              <a:rPr sz="2700" b="1" i="1" spc="175" dirty="0">
                <a:latin typeface="Arial"/>
                <a:cs typeface="Arial"/>
              </a:rPr>
              <a:t>minute</a:t>
            </a:r>
            <a:r>
              <a:rPr sz="2700" b="1" i="1" dirty="0">
                <a:latin typeface="Arial"/>
                <a:cs typeface="Arial"/>
              </a:rPr>
              <a:t>	</a:t>
            </a:r>
            <a:r>
              <a:rPr sz="2700" b="1" i="1" spc="140" dirty="0">
                <a:latin typeface="Arial"/>
                <a:cs typeface="Arial"/>
              </a:rPr>
              <a:t>updates</a:t>
            </a:r>
            <a:r>
              <a:rPr sz="2700" b="1" i="1" dirty="0">
                <a:latin typeface="Arial"/>
                <a:cs typeface="Arial"/>
              </a:rPr>
              <a:t>	</a:t>
            </a:r>
            <a:r>
              <a:rPr sz="2700" b="1" i="1" spc="130" dirty="0">
                <a:latin typeface="Arial"/>
                <a:cs typeface="Arial"/>
              </a:rPr>
              <a:t>for </a:t>
            </a:r>
            <a:r>
              <a:rPr sz="2700" b="1" i="1" spc="185" dirty="0">
                <a:latin typeface="Arial"/>
                <a:cs typeface="Arial"/>
              </a:rPr>
              <a:t>environmental</a:t>
            </a:r>
            <a:r>
              <a:rPr sz="2700" b="1" i="1" spc="340" dirty="0">
                <a:latin typeface="Arial"/>
                <a:cs typeface="Arial"/>
              </a:rPr>
              <a:t> </a:t>
            </a:r>
            <a:r>
              <a:rPr sz="2700" b="1" i="1" spc="60" dirty="0">
                <a:latin typeface="Arial"/>
                <a:cs typeface="Arial"/>
              </a:rPr>
              <a:t>sensing</a:t>
            </a:r>
            <a:r>
              <a:rPr sz="2700" b="1" i="1" spc="340" dirty="0">
                <a:latin typeface="Arial"/>
                <a:cs typeface="Arial"/>
              </a:rPr>
              <a:t> </a:t>
            </a:r>
            <a:r>
              <a:rPr sz="2700" b="1" i="1" spc="125" dirty="0">
                <a:latin typeface="Arial"/>
                <a:cs typeface="Arial"/>
              </a:rPr>
              <a:t>and</a:t>
            </a:r>
            <a:r>
              <a:rPr sz="2700" b="1" i="1" spc="340" dirty="0">
                <a:latin typeface="Arial"/>
                <a:cs typeface="Arial"/>
              </a:rPr>
              <a:t> </a:t>
            </a:r>
            <a:r>
              <a:rPr sz="2700" b="1" i="1" spc="155" dirty="0">
                <a:latin typeface="Arial"/>
                <a:cs typeface="Arial"/>
              </a:rPr>
              <a:t>location</a:t>
            </a:r>
            <a:r>
              <a:rPr sz="2700" b="1" i="1" spc="345" dirty="0">
                <a:latin typeface="Arial"/>
                <a:cs typeface="Arial"/>
              </a:rPr>
              <a:t> </a:t>
            </a:r>
            <a:r>
              <a:rPr sz="2700" b="1" i="1" spc="155" dirty="0">
                <a:latin typeface="Arial"/>
                <a:cs typeface="Arial"/>
              </a:rPr>
              <a:t>tracking.</a:t>
            </a:r>
            <a:endParaRPr sz="2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object 3"/>
            <p:cNvSpPr/>
            <p:nvPr/>
          </p:nvSpPr>
          <p:spPr>
            <a:xfrm>
              <a:off x="1345513" y="0"/>
              <a:ext cx="16592550" cy="10287000"/>
            </a:xfrm>
            <a:custGeom>
              <a:avLst/>
              <a:gdLst/>
              <a:ahLst/>
              <a:cxnLst/>
              <a:rect l="l" t="t" r="r" b="b"/>
              <a:pathLst>
                <a:path w="16592550" h="10287000">
                  <a:moveTo>
                    <a:pt x="16592548" y="10286999"/>
                  </a:moveTo>
                  <a:lnTo>
                    <a:pt x="0" y="10286999"/>
                  </a:lnTo>
                  <a:lnTo>
                    <a:pt x="0" y="0"/>
                  </a:lnTo>
                  <a:lnTo>
                    <a:pt x="16592548" y="0"/>
                  </a:lnTo>
                  <a:lnTo>
                    <a:pt x="16592548" y="10286999"/>
                  </a:lnTo>
                  <a:close/>
                </a:path>
              </a:pathLst>
            </a:custGeom>
            <a:solidFill>
              <a:srgbClr val="FFF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1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1345501" y="545172"/>
                  </a:moveTo>
                  <a:lnTo>
                    <a:pt x="1344218" y="497205"/>
                  </a:lnTo>
                  <a:lnTo>
                    <a:pt x="1340383" y="449922"/>
                  </a:lnTo>
                  <a:lnTo>
                    <a:pt x="1334071" y="403377"/>
                  </a:lnTo>
                  <a:lnTo>
                    <a:pt x="1325346" y="357644"/>
                  </a:lnTo>
                  <a:lnTo>
                    <a:pt x="1314284" y="312788"/>
                  </a:lnTo>
                  <a:lnTo>
                    <a:pt x="1300937" y="268871"/>
                  </a:lnTo>
                  <a:lnTo>
                    <a:pt x="1285392" y="225971"/>
                  </a:lnTo>
                  <a:lnTo>
                    <a:pt x="1267701" y="184137"/>
                  </a:lnTo>
                  <a:lnTo>
                    <a:pt x="1247940" y="143459"/>
                  </a:lnTo>
                  <a:lnTo>
                    <a:pt x="1226159" y="103974"/>
                  </a:lnTo>
                  <a:lnTo>
                    <a:pt x="1202448" y="65773"/>
                  </a:lnTo>
                  <a:lnTo>
                    <a:pt x="1176845" y="28917"/>
                  </a:lnTo>
                  <a:lnTo>
                    <a:pt x="1154493" y="0"/>
                  </a:lnTo>
                  <a:lnTo>
                    <a:pt x="0" y="0"/>
                  </a:lnTo>
                  <a:lnTo>
                    <a:pt x="0" y="1281226"/>
                  </a:lnTo>
                  <a:lnTo>
                    <a:pt x="30175" y="1299972"/>
                  </a:lnTo>
                  <a:lnTo>
                    <a:pt x="69646" y="1321739"/>
                  </a:lnTo>
                  <a:lnTo>
                    <a:pt x="110337" y="1341513"/>
                  </a:lnTo>
                  <a:lnTo>
                    <a:pt x="152158" y="1359204"/>
                  </a:lnTo>
                  <a:lnTo>
                    <a:pt x="195072" y="1374749"/>
                  </a:lnTo>
                  <a:lnTo>
                    <a:pt x="238988" y="1388084"/>
                  </a:lnTo>
                  <a:lnTo>
                    <a:pt x="283845" y="1399146"/>
                  </a:lnTo>
                  <a:lnTo>
                    <a:pt x="329577" y="1407871"/>
                  </a:lnTo>
                  <a:lnTo>
                    <a:pt x="376123" y="1414183"/>
                  </a:lnTo>
                  <a:lnTo>
                    <a:pt x="423405" y="1418018"/>
                  </a:lnTo>
                  <a:lnTo>
                    <a:pt x="471360" y="1419313"/>
                  </a:lnTo>
                  <a:lnTo>
                    <a:pt x="519328" y="1418018"/>
                  </a:lnTo>
                  <a:lnTo>
                    <a:pt x="566610" y="1414183"/>
                  </a:lnTo>
                  <a:lnTo>
                    <a:pt x="613156" y="1407871"/>
                  </a:lnTo>
                  <a:lnTo>
                    <a:pt x="658888" y="1399146"/>
                  </a:lnTo>
                  <a:lnTo>
                    <a:pt x="703745" y="1388084"/>
                  </a:lnTo>
                  <a:lnTo>
                    <a:pt x="747661" y="1374749"/>
                  </a:lnTo>
                  <a:lnTo>
                    <a:pt x="790562" y="1359204"/>
                  </a:lnTo>
                  <a:lnTo>
                    <a:pt x="832396" y="1341513"/>
                  </a:lnTo>
                  <a:lnTo>
                    <a:pt x="873086" y="1321739"/>
                  </a:lnTo>
                  <a:lnTo>
                    <a:pt x="912558" y="1299972"/>
                  </a:lnTo>
                  <a:lnTo>
                    <a:pt x="950760" y="1276248"/>
                  </a:lnTo>
                  <a:lnTo>
                    <a:pt x="987628" y="1250657"/>
                  </a:lnTo>
                  <a:lnTo>
                    <a:pt x="1023073" y="1223251"/>
                  </a:lnTo>
                  <a:lnTo>
                    <a:pt x="1057046" y="1194104"/>
                  </a:lnTo>
                  <a:lnTo>
                    <a:pt x="1089482" y="1163281"/>
                  </a:lnTo>
                  <a:lnTo>
                    <a:pt x="1120305" y="1130846"/>
                  </a:lnTo>
                  <a:lnTo>
                    <a:pt x="1149451" y="1096873"/>
                  </a:lnTo>
                  <a:lnTo>
                    <a:pt x="1176845" y="1061427"/>
                  </a:lnTo>
                  <a:lnTo>
                    <a:pt x="1202448" y="1024572"/>
                  </a:lnTo>
                  <a:lnTo>
                    <a:pt x="1226159" y="986370"/>
                  </a:lnTo>
                  <a:lnTo>
                    <a:pt x="1247940" y="946886"/>
                  </a:lnTo>
                  <a:lnTo>
                    <a:pt x="1267701" y="906208"/>
                  </a:lnTo>
                  <a:lnTo>
                    <a:pt x="1285392" y="864374"/>
                  </a:lnTo>
                  <a:lnTo>
                    <a:pt x="1300937" y="821474"/>
                  </a:lnTo>
                  <a:lnTo>
                    <a:pt x="1314284" y="777557"/>
                  </a:lnTo>
                  <a:lnTo>
                    <a:pt x="1325346" y="732701"/>
                  </a:lnTo>
                  <a:lnTo>
                    <a:pt x="1334071" y="686968"/>
                  </a:lnTo>
                  <a:lnTo>
                    <a:pt x="1340383" y="640422"/>
                  </a:lnTo>
                  <a:lnTo>
                    <a:pt x="1344218" y="593128"/>
                  </a:lnTo>
                  <a:lnTo>
                    <a:pt x="1345501" y="545172"/>
                  </a:lnTo>
                  <a:close/>
                </a:path>
                <a:path w="18288000" h="10287000">
                  <a:moveTo>
                    <a:pt x="18288000" y="9398000"/>
                  </a:moveTo>
                  <a:lnTo>
                    <a:pt x="18255196" y="9377642"/>
                  </a:lnTo>
                  <a:lnTo>
                    <a:pt x="18215712" y="9355861"/>
                  </a:lnTo>
                  <a:lnTo>
                    <a:pt x="18175034" y="9336100"/>
                  </a:lnTo>
                  <a:lnTo>
                    <a:pt x="18133200" y="9318409"/>
                  </a:lnTo>
                  <a:lnTo>
                    <a:pt x="18090299" y="9302864"/>
                  </a:lnTo>
                  <a:lnTo>
                    <a:pt x="18046383" y="9289517"/>
                  </a:lnTo>
                  <a:lnTo>
                    <a:pt x="18001526" y="9278455"/>
                  </a:lnTo>
                  <a:lnTo>
                    <a:pt x="17955794" y="9269730"/>
                  </a:lnTo>
                  <a:lnTo>
                    <a:pt x="17909248" y="9263418"/>
                  </a:lnTo>
                  <a:lnTo>
                    <a:pt x="17861953" y="9259583"/>
                  </a:lnTo>
                  <a:lnTo>
                    <a:pt x="17813998" y="9258300"/>
                  </a:lnTo>
                  <a:lnTo>
                    <a:pt x="17766030" y="9259583"/>
                  </a:lnTo>
                  <a:lnTo>
                    <a:pt x="17718748" y="9263418"/>
                  </a:lnTo>
                  <a:lnTo>
                    <a:pt x="17672203" y="9269730"/>
                  </a:lnTo>
                  <a:lnTo>
                    <a:pt x="17626470" y="9278455"/>
                  </a:lnTo>
                  <a:lnTo>
                    <a:pt x="17581614" y="9289517"/>
                  </a:lnTo>
                  <a:lnTo>
                    <a:pt x="17537697" y="9302864"/>
                  </a:lnTo>
                  <a:lnTo>
                    <a:pt x="17494796" y="9318409"/>
                  </a:lnTo>
                  <a:lnTo>
                    <a:pt x="17452963" y="9336100"/>
                  </a:lnTo>
                  <a:lnTo>
                    <a:pt x="17412285" y="9355861"/>
                  </a:lnTo>
                  <a:lnTo>
                    <a:pt x="17372800" y="9377642"/>
                  </a:lnTo>
                  <a:lnTo>
                    <a:pt x="17334599" y="9401353"/>
                  </a:lnTo>
                  <a:lnTo>
                    <a:pt x="17297743" y="9426956"/>
                  </a:lnTo>
                  <a:lnTo>
                    <a:pt x="17262298" y="9454350"/>
                  </a:lnTo>
                  <a:lnTo>
                    <a:pt x="17228312" y="9483496"/>
                  </a:lnTo>
                  <a:lnTo>
                    <a:pt x="17195889" y="9514319"/>
                  </a:lnTo>
                  <a:lnTo>
                    <a:pt x="17165066" y="9546755"/>
                  </a:lnTo>
                  <a:lnTo>
                    <a:pt x="17135920" y="9580728"/>
                  </a:lnTo>
                  <a:lnTo>
                    <a:pt x="17108513" y="9616173"/>
                  </a:lnTo>
                  <a:lnTo>
                    <a:pt x="17082923" y="9653041"/>
                  </a:lnTo>
                  <a:lnTo>
                    <a:pt x="17059199" y="9691243"/>
                  </a:lnTo>
                  <a:lnTo>
                    <a:pt x="17037431" y="9730715"/>
                  </a:lnTo>
                  <a:lnTo>
                    <a:pt x="17017657" y="9771405"/>
                  </a:lnTo>
                  <a:lnTo>
                    <a:pt x="16999966" y="9813239"/>
                  </a:lnTo>
                  <a:lnTo>
                    <a:pt x="16984422" y="9856140"/>
                  </a:lnTo>
                  <a:lnTo>
                    <a:pt x="16971087" y="9900056"/>
                  </a:lnTo>
                  <a:lnTo>
                    <a:pt x="16960025" y="9944913"/>
                  </a:lnTo>
                  <a:lnTo>
                    <a:pt x="16951300" y="9990645"/>
                  </a:lnTo>
                  <a:lnTo>
                    <a:pt x="16944988" y="10037191"/>
                  </a:lnTo>
                  <a:lnTo>
                    <a:pt x="16941153" y="10084473"/>
                  </a:lnTo>
                  <a:lnTo>
                    <a:pt x="16939857" y="10132441"/>
                  </a:lnTo>
                  <a:lnTo>
                    <a:pt x="16941153" y="10180396"/>
                  </a:lnTo>
                  <a:lnTo>
                    <a:pt x="16944988" y="10227678"/>
                  </a:lnTo>
                  <a:lnTo>
                    <a:pt x="16951300" y="10274224"/>
                  </a:lnTo>
                  <a:lnTo>
                    <a:pt x="16953738" y="10286987"/>
                  </a:lnTo>
                  <a:lnTo>
                    <a:pt x="18288000" y="10286987"/>
                  </a:lnTo>
                  <a:lnTo>
                    <a:pt x="18288000" y="9398000"/>
                  </a:lnTo>
                  <a:close/>
                </a:path>
              </a:pathLst>
            </a:custGeom>
            <a:solidFill>
              <a:srgbClr val="404A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1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1345501" y="9953828"/>
                  </a:moveTo>
                  <a:lnTo>
                    <a:pt x="1344218" y="9905873"/>
                  </a:lnTo>
                  <a:lnTo>
                    <a:pt x="1340383" y="9858591"/>
                  </a:lnTo>
                  <a:lnTo>
                    <a:pt x="1334071" y="9812045"/>
                  </a:lnTo>
                  <a:lnTo>
                    <a:pt x="1325346" y="9766313"/>
                  </a:lnTo>
                  <a:lnTo>
                    <a:pt x="1314284" y="9721456"/>
                  </a:lnTo>
                  <a:lnTo>
                    <a:pt x="1300937" y="9677540"/>
                  </a:lnTo>
                  <a:lnTo>
                    <a:pt x="1285392" y="9634626"/>
                  </a:lnTo>
                  <a:lnTo>
                    <a:pt x="1267701" y="9592805"/>
                  </a:lnTo>
                  <a:lnTo>
                    <a:pt x="1247940" y="9552114"/>
                  </a:lnTo>
                  <a:lnTo>
                    <a:pt x="1226159" y="9512643"/>
                  </a:lnTo>
                  <a:lnTo>
                    <a:pt x="1202448" y="9474441"/>
                  </a:lnTo>
                  <a:lnTo>
                    <a:pt x="1176845" y="9437573"/>
                  </a:lnTo>
                  <a:lnTo>
                    <a:pt x="1149451" y="9402127"/>
                  </a:lnTo>
                  <a:lnTo>
                    <a:pt x="1120305" y="9368155"/>
                  </a:lnTo>
                  <a:lnTo>
                    <a:pt x="1089482" y="9335719"/>
                  </a:lnTo>
                  <a:lnTo>
                    <a:pt x="1057046" y="9304896"/>
                  </a:lnTo>
                  <a:lnTo>
                    <a:pt x="1023073" y="9275750"/>
                  </a:lnTo>
                  <a:lnTo>
                    <a:pt x="987628" y="9248356"/>
                  </a:lnTo>
                  <a:lnTo>
                    <a:pt x="950760" y="9222753"/>
                  </a:lnTo>
                  <a:lnTo>
                    <a:pt x="912558" y="9199042"/>
                  </a:lnTo>
                  <a:lnTo>
                    <a:pt x="873086" y="9177261"/>
                  </a:lnTo>
                  <a:lnTo>
                    <a:pt x="832396" y="9157500"/>
                  </a:lnTo>
                  <a:lnTo>
                    <a:pt x="790562" y="9139809"/>
                  </a:lnTo>
                  <a:lnTo>
                    <a:pt x="747661" y="9124251"/>
                  </a:lnTo>
                  <a:lnTo>
                    <a:pt x="703745" y="9110916"/>
                  </a:lnTo>
                  <a:lnTo>
                    <a:pt x="658888" y="9099855"/>
                  </a:lnTo>
                  <a:lnTo>
                    <a:pt x="613156" y="9091130"/>
                  </a:lnTo>
                  <a:lnTo>
                    <a:pt x="566610" y="9084818"/>
                  </a:lnTo>
                  <a:lnTo>
                    <a:pt x="519328" y="9080983"/>
                  </a:lnTo>
                  <a:lnTo>
                    <a:pt x="471360" y="9079687"/>
                  </a:lnTo>
                  <a:lnTo>
                    <a:pt x="423405" y="9080983"/>
                  </a:lnTo>
                  <a:lnTo>
                    <a:pt x="376123" y="9084818"/>
                  </a:lnTo>
                  <a:lnTo>
                    <a:pt x="329577" y="9091130"/>
                  </a:lnTo>
                  <a:lnTo>
                    <a:pt x="283845" y="9099855"/>
                  </a:lnTo>
                  <a:lnTo>
                    <a:pt x="238988" y="9110916"/>
                  </a:lnTo>
                  <a:lnTo>
                    <a:pt x="195072" y="9124251"/>
                  </a:lnTo>
                  <a:lnTo>
                    <a:pt x="152158" y="9139809"/>
                  </a:lnTo>
                  <a:lnTo>
                    <a:pt x="110337" y="9157500"/>
                  </a:lnTo>
                  <a:lnTo>
                    <a:pt x="69646" y="9177261"/>
                  </a:lnTo>
                  <a:lnTo>
                    <a:pt x="30175" y="9199042"/>
                  </a:lnTo>
                  <a:lnTo>
                    <a:pt x="0" y="9217774"/>
                  </a:lnTo>
                  <a:lnTo>
                    <a:pt x="0" y="10286987"/>
                  </a:lnTo>
                  <a:lnTo>
                    <a:pt x="1279486" y="10286987"/>
                  </a:lnTo>
                  <a:lnTo>
                    <a:pt x="1285392" y="10273030"/>
                  </a:lnTo>
                  <a:lnTo>
                    <a:pt x="1300937" y="10230129"/>
                  </a:lnTo>
                  <a:lnTo>
                    <a:pt x="1314284" y="10186213"/>
                  </a:lnTo>
                  <a:lnTo>
                    <a:pt x="1325346" y="10141356"/>
                  </a:lnTo>
                  <a:lnTo>
                    <a:pt x="1334071" y="10095624"/>
                  </a:lnTo>
                  <a:lnTo>
                    <a:pt x="1340383" y="10049078"/>
                  </a:lnTo>
                  <a:lnTo>
                    <a:pt x="1344218" y="10001796"/>
                  </a:lnTo>
                  <a:lnTo>
                    <a:pt x="1345501" y="9953828"/>
                  </a:lnTo>
                  <a:close/>
                </a:path>
                <a:path w="18288000" h="10287000">
                  <a:moveTo>
                    <a:pt x="18288000" y="0"/>
                  </a:moveTo>
                  <a:lnTo>
                    <a:pt x="17130878" y="0"/>
                  </a:lnTo>
                  <a:lnTo>
                    <a:pt x="17108513" y="28917"/>
                  </a:lnTo>
                  <a:lnTo>
                    <a:pt x="17082923" y="65773"/>
                  </a:lnTo>
                  <a:lnTo>
                    <a:pt x="17059199" y="103974"/>
                  </a:lnTo>
                  <a:lnTo>
                    <a:pt x="17037431" y="143459"/>
                  </a:lnTo>
                  <a:lnTo>
                    <a:pt x="17017657" y="184137"/>
                  </a:lnTo>
                  <a:lnTo>
                    <a:pt x="16999966" y="225971"/>
                  </a:lnTo>
                  <a:lnTo>
                    <a:pt x="16984422" y="268871"/>
                  </a:lnTo>
                  <a:lnTo>
                    <a:pt x="16971087" y="312788"/>
                  </a:lnTo>
                  <a:lnTo>
                    <a:pt x="16960025" y="357644"/>
                  </a:lnTo>
                  <a:lnTo>
                    <a:pt x="16951300" y="403377"/>
                  </a:lnTo>
                  <a:lnTo>
                    <a:pt x="16944988" y="449922"/>
                  </a:lnTo>
                  <a:lnTo>
                    <a:pt x="16941153" y="497205"/>
                  </a:lnTo>
                  <a:lnTo>
                    <a:pt x="16939857" y="545172"/>
                  </a:lnTo>
                  <a:lnTo>
                    <a:pt x="16941153" y="593128"/>
                  </a:lnTo>
                  <a:lnTo>
                    <a:pt x="16944988" y="640422"/>
                  </a:lnTo>
                  <a:lnTo>
                    <a:pt x="16951300" y="686968"/>
                  </a:lnTo>
                  <a:lnTo>
                    <a:pt x="16960025" y="732701"/>
                  </a:lnTo>
                  <a:lnTo>
                    <a:pt x="16971087" y="777557"/>
                  </a:lnTo>
                  <a:lnTo>
                    <a:pt x="16984422" y="821474"/>
                  </a:lnTo>
                  <a:lnTo>
                    <a:pt x="16999966" y="864374"/>
                  </a:lnTo>
                  <a:lnTo>
                    <a:pt x="17017657" y="906208"/>
                  </a:lnTo>
                  <a:lnTo>
                    <a:pt x="17037431" y="946886"/>
                  </a:lnTo>
                  <a:lnTo>
                    <a:pt x="17059199" y="986370"/>
                  </a:lnTo>
                  <a:lnTo>
                    <a:pt x="17082923" y="1024572"/>
                  </a:lnTo>
                  <a:lnTo>
                    <a:pt x="17108513" y="1061427"/>
                  </a:lnTo>
                  <a:lnTo>
                    <a:pt x="17135920" y="1096873"/>
                  </a:lnTo>
                  <a:lnTo>
                    <a:pt x="17165066" y="1130846"/>
                  </a:lnTo>
                  <a:lnTo>
                    <a:pt x="17195889" y="1163281"/>
                  </a:lnTo>
                  <a:lnTo>
                    <a:pt x="17228312" y="1194104"/>
                  </a:lnTo>
                  <a:lnTo>
                    <a:pt x="17262298" y="1223251"/>
                  </a:lnTo>
                  <a:lnTo>
                    <a:pt x="17297743" y="1250657"/>
                  </a:lnTo>
                  <a:lnTo>
                    <a:pt x="17334599" y="1276248"/>
                  </a:lnTo>
                  <a:lnTo>
                    <a:pt x="17372800" y="1299972"/>
                  </a:lnTo>
                  <a:lnTo>
                    <a:pt x="17412285" y="1321739"/>
                  </a:lnTo>
                  <a:lnTo>
                    <a:pt x="17452963" y="1341513"/>
                  </a:lnTo>
                  <a:lnTo>
                    <a:pt x="17494796" y="1359204"/>
                  </a:lnTo>
                  <a:lnTo>
                    <a:pt x="17537697" y="1374749"/>
                  </a:lnTo>
                  <a:lnTo>
                    <a:pt x="17581614" y="1388084"/>
                  </a:lnTo>
                  <a:lnTo>
                    <a:pt x="17626470" y="1399146"/>
                  </a:lnTo>
                  <a:lnTo>
                    <a:pt x="17672203" y="1407871"/>
                  </a:lnTo>
                  <a:lnTo>
                    <a:pt x="17718748" y="1414183"/>
                  </a:lnTo>
                  <a:lnTo>
                    <a:pt x="17766030" y="1418018"/>
                  </a:lnTo>
                  <a:lnTo>
                    <a:pt x="17813998" y="1419313"/>
                  </a:lnTo>
                  <a:lnTo>
                    <a:pt x="17861953" y="1418018"/>
                  </a:lnTo>
                  <a:lnTo>
                    <a:pt x="17909248" y="1414183"/>
                  </a:lnTo>
                  <a:lnTo>
                    <a:pt x="17955794" y="1407871"/>
                  </a:lnTo>
                  <a:lnTo>
                    <a:pt x="18001526" y="1399146"/>
                  </a:lnTo>
                  <a:lnTo>
                    <a:pt x="18046383" y="1388084"/>
                  </a:lnTo>
                  <a:lnTo>
                    <a:pt x="18090299" y="1374749"/>
                  </a:lnTo>
                  <a:lnTo>
                    <a:pt x="18133200" y="1359204"/>
                  </a:lnTo>
                  <a:lnTo>
                    <a:pt x="18175034" y="1341513"/>
                  </a:lnTo>
                  <a:lnTo>
                    <a:pt x="18215712" y="1321739"/>
                  </a:lnTo>
                  <a:lnTo>
                    <a:pt x="18255196" y="1299972"/>
                  </a:lnTo>
                  <a:lnTo>
                    <a:pt x="18288000" y="1279601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AB86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4877826" y="1190154"/>
            <a:ext cx="2923540" cy="4648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850" b="1" i="1" spc="235" dirty="0">
                <a:latin typeface="Arial"/>
                <a:cs typeface="Arial"/>
              </a:rPr>
              <a:t>contamination</a:t>
            </a:r>
            <a:endParaRPr sz="28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02825" y="1190154"/>
            <a:ext cx="12860020" cy="91376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>
              <a:lnSpc>
                <a:spcPct val="103400"/>
              </a:lnSpc>
              <a:spcBef>
                <a:spcPts val="15"/>
              </a:spcBef>
              <a:tabLst>
                <a:tab pos="1283335" algn="l"/>
                <a:tab pos="2102485" algn="l"/>
                <a:tab pos="3966845" algn="l"/>
                <a:tab pos="8963025" algn="l"/>
                <a:tab pos="11010900" algn="l"/>
              </a:tabLst>
            </a:pPr>
            <a:r>
              <a:rPr sz="2850" b="1" i="1" u="heavy" spc="240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98%</a:t>
            </a:r>
            <a:r>
              <a:rPr sz="2850" b="1" i="1" u="heavy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	</a:t>
            </a:r>
            <a:r>
              <a:rPr sz="2850" b="1" i="1" u="heavy" spc="25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AI</a:t>
            </a:r>
            <a:r>
              <a:rPr sz="2850" b="1" i="1" u="heavy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	</a:t>
            </a:r>
            <a:r>
              <a:rPr sz="2850" b="1" i="1" u="heavy" spc="145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Sortin</a:t>
            </a:r>
            <a:r>
              <a:rPr sz="2850" b="1" i="1" spc="145" dirty="0">
                <a:solidFill>
                  <a:srgbClr val="1700AC"/>
                </a:solidFill>
                <a:latin typeface="Arial"/>
                <a:cs typeface="Arial"/>
              </a:rPr>
              <a:t>g</a:t>
            </a:r>
            <a:r>
              <a:rPr sz="2850" b="1" i="1" u="heavy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	</a:t>
            </a:r>
            <a:r>
              <a:rPr sz="2850" b="1" i="1" u="heavy" spc="185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A</a:t>
            </a:r>
            <a:r>
              <a:rPr sz="2850" b="1" i="1" u="heavy" spc="265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ccurac</a:t>
            </a:r>
            <a:r>
              <a:rPr sz="2850" b="1" i="1" spc="-560" dirty="0">
                <a:solidFill>
                  <a:srgbClr val="1700AC"/>
                </a:solidFill>
                <a:latin typeface="Arial"/>
                <a:cs typeface="Arial"/>
              </a:rPr>
              <a:t>y</a:t>
            </a:r>
            <a:r>
              <a:rPr sz="2850" b="1" i="1" u="heavy" spc="-95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 </a:t>
            </a:r>
            <a:r>
              <a:rPr sz="2850" b="1" i="1" u="heavy" spc="210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:</a:t>
            </a:r>
            <a:r>
              <a:rPr sz="2850" b="1" i="1" spc="210" dirty="0">
                <a:latin typeface="Arial"/>
                <a:cs typeface="Arial"/>
              </a:rPr>
              <a:t>Dramatically</a:t>
            </a:r>
            <a:r>
              <a:rPr sz="2850" b="1" i="1" dirty="0">
                <a:latin typeface="Arial"/>
                <a:cs typeface="Arial"/>
              </a:rPr>
              <a:t>	</a:t>
            </a:r>
            <a:r>
              <a:rPr sz="2850" b="1" i="1" spc="225" dirty="0">
                <a:latin typeface="Arial"/>
                <a:cs typeface="Arial"/>
              </a:rPr>
              <a:t>reduces</a:t>
            </a:r>
            <a:r>
              <a:rPr sz="2850" b="1" i="1" dirty="0">
                <a:latin typeface="Arial"/>
                <a:cs typeface="Arial"/>
              </a:rPr>
              <a:t>	</a:t>
            </a:r>
            <a:r>
              <a:rPr sz="2850" b="1" i="1" spc="195" dirty="0">
                <a:latin typeface="Arial"/>
                <a:cs typeface="Arial"/>
              </a:rPr>
              <a:t>recycling </a:t>
            </a:r>
            <a:r>
              <a:rPr sz="2850" b="1" i="1" spc="254" dirty="0">
                <a:latin typeface="Arial"/>
                <a:cs typeface="Arial"/>
              </a:rPr>
              <a:t>compared</a:t>
            </a:r>
            <a:r>
              <a:rPr sz="2850" b="1" i="1" spc="360" dirty="0">
                <a:latin typeface="Arial"/>
                <a:cs typeface="Arial"/>
              </a:rPr>
              <a:t> </a:t>
            </a:r>
            <a:r>
              <a:rPr sz="2850" b="1" i="1" spc="185" dirty="0">
                <a:latin typeface="Arial"/>
                <a:cs typeface="Arial"/>
              </a:rPr>
              <a:t>to</a:t>
            </a:r>
            <a:r>
              <a:rPr sz="2850" b="1" i="1" spc="365" dirty="0">
                <a:latin typeface="Arial"/>
                <a:cs typeface="Arial"/>
              </a:rPr>
              <a:t> </a:t>
            </a:r>
            <a:r>
              <a:rPr sz="2850" b="1" i="1" spc="200" dirty="0">
                <a:latin typeface="Arial"/>
                <a:cs typeface="Arial"/>
              </a:rPr>
              <a:t>manual</a:t>
            </a:r>
            <a:r>
              <a:rPr sz="2850" b="1" i="1" spc="370" dirty="0">
                <a:latin typeface="Arial"/>
                <a:cs typeface="Arial"/>
              </a:rPr>
              <a:t> </a:t>
            </a:r>
            <a:r>
              <a:rPr sz="2850" b="1" i="1" spc="220" dirty="0">
                <a:latin typeface="Arial"/>
                <a:cs typeface="Arial"/>
              </a:rPr>
              <a:t>methods.</a:t>
            </a:r>
            <a:endParaRPr sz="28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862088" y="2941931"/>
            <a:ext cx="109855" cy="34925"/>
          </a:xfrm>
          <a:custGeom>
            <a:avLst/>
            <a:gdLst/>
            <a:ahLst/>
            <a:cxnLst/>
            <a:rect l="l" t="t" r="r" b="b"/>
            <a:pathLst>
              <a:path w="109854" h="34925">
                <a:moveTo>
                  <a:pt x="109558" y="34544"/>
                </a:moveTo>
                <a:lnTo>
                  <a:pt x="0" y="34544"/>
                </a:lnTo>
                <a:lnTo>
                  <a:pt x="0" y="0"/>
                </a:lnTo>
                <a:lnTo>
                  <a:pt x="109558" y="0"/>
                </a:lnTo>
                <a:lnTo>
                  <a:pt x="109558" y="34544"/>
                </a:lnTo>
                <a:close/>
              </a:path>
            </a:pathLst>
          </a:custGeom>
          <a:solidFill>
            <a:srgbClr val="1700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602825" y="2537406"/>
            <a:ext cx="16198850" cy="3608704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>
              <a:lnSpc>
                <a:spcPct val="103400"/>
              </a:lnSpc>
              <a:spcBef>
                <a:spcPts val="15"/>
              </a:spcBef>
              <a:tabLst>
                <a:tab pos="2065655" algn="l"/>
                <a:tab pos="3622040" algn="l"/>
                <a:tab pos="7126605" algn="l"/>
                <a:tab pos="10247630" algn="l"/>
                <a:tab pos="12567920" algn="l"/>
                <a:tab pos="13124815" algn="l"/>
                <a:tab pos="14820900" algn="l"/>
              </a:tabLst>
            </a:pPr>
            <a:r>
              <a:rPr sz="2850" b="1" i="1" u="heavy" spc="204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Proactive</a:t>
            </a:r>
            <a:r>
              <a:rPr sz="2850" b="1" i="1" u="heavy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	</a:t>
            </a:r>
            <a:r>
              <a:rPr sz="2850" b="1" i="1" u="heavy" spc="185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Safet</a:t>
            </a:r>
            <a:r>
              <a:rPr sz="2850" b="1" i="1" spc="185" dirty="0">
                <a:solidFill>
                  <a:srgbClr val="1700AC"/>
                </a:solidFill>
                <a:latin typeface="Arial"/>
                <a:cs typeface="Arial"/>
              </a:rPr>
              <a:t>y:</a:t>
            </a:r>
            <a:r>
              <a:rPr sz="2850" b="1" i="1" dirty="0">
                <a:solidFill>
                  <a:srgbClr val="1700AC"/>
                </a:solidFill>
                <a:latin typeface="Arial"/>
                <a:cs typeface="Arial"/>
              </a:rPr>
              <a:t>	</a:t>
            </a:r>
            <a:r>
              <a:rPr sz="2850" b="1" i="1" spc="285" dirty="0">
                <a:latin typeface="Arial"/>
                <a:cs typeface="Arial"/>
              </a:rPr>
              <a:t>First-</a:t>
            </a:r>
            <a:r>
              <a:rPr sz="2850" b="1" i="1" spc="415" dirty="0">
                <a:latin typeface="Arial"/>
                <a:cs typeface="Arial"/>
              </a:rPr>
              <a:t>of-</a:t>
            </a:r>
            <a:r>
              <a:rPr sz="2850" b="1" i="1" spc="380" dirty="0">
                <a:latin typeface="Arial"/>
                <a:cs typeface="Arial"/>
              </a:rPr>
              <a:t>its-</a:t>
            </a:r>
            <a:r>
              <a:rPr sz="2850" b="1" i="1" spc="165" dirty="0">
                <a:latin typeface="Arial"/>
                <a:cs typeface="Arial"/>
              </a:rPr>
              <a:t>kind</a:t>
            </a:r>
            <a:r>
              <a:rPr sz="2850" b="1" i="1" dirty="0">
                <a:latin typeface="Arial"/>
                <a:cs typeface="Arial"/>
              </a:rPr>
              <a:t>	</a:t>
            </a:r>
            <a:r>
              <a:rPr sz="2850" b="1" i="1" spc="305" dirty="0">
                <a:latin typeface="Arial"/>
                <a:cs typeface="Arial"/>
              </a:rPr>
              <a:t>methane/temp</a:t>
            </a:r>
            <a:r>
              <a:rPr sz="2850" b="1" i="1" dirty="0">
                <a:latin typeface="Arial"/>
                <a:cs typeface="Arial"/>
              </a:rPr>
              <a:t>	</a:t>
            </a:r>
            <a:r>
              <a:rPr sz="2850" b="1" i="1" spc="185" dirty="0">
                <a:latin typeface="Arial"/>
                <a:cs typeface="Arial"/>
              </a:rPr>
              <a:t>monitoring</a:t>
            </a:r>
            <a:r>
              <a:rPr sz="2850" b="1" i="1" dirty="0">
                <a:latin typeface="Arial"/>
                <a:cs typeface="Arial"/>
              </a:rPr>
              <a:t>	</a:t>
            </a:r>
            <a:r>
              <a:rPr sz="2850" b="1" i="1" spc="160" dirty="0">
                <a:latin typeface="Arial"/>
                <a:cs typeface="Arial"/>
              </a:rPr>
              <a:t>to</a:t>
            </a:r>
            <a:r>
              <a:rPr sz="2850" b="1" i="1" dirty="0">
                <a:latin typeface="Arial"/>
                <a:cs typeface="Arial"/>
              </a:rPr>
              <a:t>	</a:t>
            </a:r>
            <a:r>
              <a:rPr sz="2850" b="1" i="1" spc="229" dirty="0">
                <a:latin typeface="Arial"/>
                <a:cs typeface="Arial"/>
              </a:rPr>
              <a:t>prevent</a:t>
            </a:r>
            <a:r>
              <a:rPr sz="2850" b="1" i="1" dirty="0">
                <a:latin typeface="Arial"/>
                <a:cs typeface="Arial"/>
              </a:rPr>
              <a:t>	</a:t>
            </a:r>
            <a:r>
              <a:rPr sz="2850" b="1" i="1" spc="175" dirty="0">
                <a:latin typeface="Arial"/>
                <a:cs typeface="Arial"/>
              </a:rPr>
              <a:t>landfill </a:t>
            </a:r>
            <a:r>
              <a:rPr sz="2850" b="1" i="1" spc="190" dirty="0">
                <a:latin typeface="Arial"/>
                <a:cs typeface="Arial"/>
              </a:rPr>
              <a:t>fires</a:t>
            </a:r>
            <a:r>
              <a:rPr sz="2850" b="1" i="1" spc="360" dirty="0">
                <a:latin typeface="Arial"/>
                <a:cs typeface="Arial"/>
              </a:rPr>
              <a:t> </a:t>
            </a:r>
            <a:r>
              <a:rPr sz="2850" b="1" i="1" spc="185" dirty="0">
                <a:latin typeface="Arial"/>
                <a:cs typeface="Arial"/>
              </a:rPr>
              <a:t>and</a:t>
            </a:r>
            <a:r>
              <a:rPr sz="2850" b="1" i="1" spc="365" dirty="0">
                <a:latin typeface="Arial"/>
                <a:cs typeface="Arial"/>
              </a:rPr>
              <a:t> </a:t>
            </a:r>
            <a:r>
              <a:rPr sz="2850" b="1" i="1" spc="195" dirty="0">
                <a:latin typeface="Arial"/>
                <a:cs typeface="Arial"/>
              </a:rPr>
              <a:t>hazardous</a:t>
            </a:r>
            <a:r>
              <a:rPr sz="2850" b="1" i="1" spc="360" dirty="0">
                <a:latin typeface="Arial"/>
                <a:cs typeface="Arial"/>
              </a:rPr>
              <a:t> </a:t>
            </a:r>
            <a:r>
              <a:rPr sz="2850" b="1" i="1" spc="95" dirty="0">
                <a:latin typeface="Arial"/>
                <a:cs typeface="Arial"/>
              </a:rPr>
              <a:t>gas</a:t>
            </a:r>
            <a:r>
              <a:rPr sz="2850" b="1" i="1" spc="360" dirty="0">
                <a:latin typeface="Arial"/>
                <a:cs typeface="Arial"/>
              </a:rPr>
              <a:t> </a:t>
            </a:r>
            <a:r>
              <a:rPr sz="2850" b="1" i="1" spc="155" dirty="0">
                <a:latin typeface="Arial"/>
                <a:cs typeface="Arial"/>
              </a:rPr>
              <a:t>leaks.</a:t>
            </a:r>
            <a:endParaRPr sz="2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2850">
              <a:latin typeface="Arial"/>
              <a:cs typeface="Arial"/>
            </a:endParaRPr>
          </a:p>
          <a:p>
            <a:pPr marL="12700" marR="5080">
              <a:lnSpc>
                <a:spcPct val="103400"/>
              </a:lnSpc>
              <a:tabLst>
                <a:tab pos="2331720" algn="l"/>
                <a:tab pos="4429125" algn="l"/>
                <a:tab pos="6659245" algn="l"/>
                <a:tab pos="9063355" algn="l"/>
                <a:tab pos="10154920" algn="l"/>
                <a:tab pos="10862310" algn="l"/>
                <a:tab pos="13262610" algn="l"/>
                <a:tab pos="14795500" algn="l"/>
              </a:tabLst>
            </a:pPr>
            <a:r>
              <a:rPr sz="2850" b="1" i="1" u="heavy" spc="170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Inte</a:t>
            </a:r>
            <a:r>
              <a:rPr sz="2850" b="1" i="1" spc="170" dirty="0">
                <a:solidFill>
                  <a:srgbClr val="1700AC"/>
                </a:solidFill>
                <a:latin typeface="Arial"/>
                <a:cs typeface="Arial"/>
              </a:rPr>
              <a:t>g</a:t>
            </a:r>
            <a:r>
              <a:rPr sz="2850" b="1" i="1" u="heavy" spc="-430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 </a:t>
            </a:r>
            <a:r>
              <a:rPr sz="2850" b="1" i="1" u="heavy" spc="240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rated</a:t>
            </a:r>
            <a:r>
              <a:rPr sz="2850" b="1" i="1" u="heavy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	</a:t>
            </a:r>
            <a:r>
              <a:rPr sz="2850" b="1" i="1" u="heavy" spc="135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Robotics</a:t>
            </a:r>
            <a:r>
              <a:rPr sz="2850" b="1" i="1" spc="135" dirty="0">
                <a:solidFill>
                  <a:srgbClr val="1700AC"/>
                </a:solidFill>
                <a:latin typeface="Arial"/>
                <a:cs typeface="Arial"/>
              </a:rPr>
              <a:t>:</a:t>
            </a:r>
            <a:r>
              <a:rPr sz="2850" b="1" i="1" dirty="0">
                <a:solidFill>
                  <a:srgbClr val="1700AC"/>
                </a:solidFill>
                <a:latin typeface="Arial"/>
                <a:cs typeface="Arial"/>
              </a:rPr>
              <a:t>	</a:t>
            </a:r>
            <a:r>
              <a:rPr sz="2850" b="1" i="1" spc="204" dirty="0">
                <a:latin typeface="Arial"/>
                <a:cs typeface="Arial"/>
              </a:rPr>
              <a:t>Combines</a:t>
            </a:r>
            <a:r>
              <a:rPr sz="2850" b="1" i="1" dirty="0">
                <a:latin typeface="Arial"/>
                <a:cs typeface="Arial"/>
              </a:rPr>
              <a:t>	</a:t>
            </a:r>
            <a:r>
              <a:rPr sz="2850" b="1" i="1" spc="185" dirty="0">
                <a:latin typeface="Arial"/>
                <a:cs typeface="Arial"/>
              </a:rPr>
              <a:t>monitoring</a:t>
            </a:r>
            <a:r>
              <a:rPr sz="2850" b="1" i="1" dirty="0">
                <a:latin typeface="Arial"/>
                <a:cs typeface="Arial"/>
              </a:rPr>
              <a:t>	</a:t>
            </a:r>
            <a:r>
              <a:rPr sz="2850" b="1" i="1" spc="204" dirty="0">
                <a:latin typeface="Arial"/>
                <a:cs typeface="Arial"/>
              </a:rPr>
              <a:t>with</a:t>
            </a:r>
            <a:r>
              <a:rPr sz="2850" b="1" i="1" dirty="0">
                <a:latin typeface="Arial"/>
                <a:cs typeface="Arial"/>
              </a:rPr>
              <a:t>	</a:t>
            </a:r>
            <a:r>
              <a:rPr sz="2850" b="1" i="1" spc="105" dirty="0">
                <a:latin typeface="Arial"/>
                <a:cs typeface="Arial"/>
              </a:rPr>
              <a:t>an</a:t>
            </a:r>
            <a:r>
              <a:rPr sz="2850" b="1" i="1" dirty="0">
                <a:latin typeface="Arial"/>
                <a:cs typeface="Arial"/>
              </a:rPr>
              <a:t>	</a:t>
            </a:r>
            <a:r>
              <a:rPr sz="2850" b="1" i="1" spc="260" dirty="0">
                <a:latin typeface="Arial"/>
                <a:cs typeface="Arial"/>
              </a:rPr>
              <a:t>automated</a:t>
            </a:r>
            <a:r>
              <a:rPr sz="2850" b="1" i="1" dirty="0">
                <a:latin typeface="Arial"/>
                <a:cs typeface="Arial"/>
              </a:rPr>
              <a:t>	</a:t>
            </a:r>
            <a:r>
              <a:rPr sz="2850" b="1" i="1" spc="605" dirty="0">
                <a:latin typeface="Arial"/>
                <a:cs typeface="Arial"/>
              </a:rPr>
              <a:t>4-</a:t>
            </a:r>
            <a:r>
              <a:rPr sz="2850" b="1" i="1" spc="70" dirty="0">
                <a:latin typeface="Arial"/>
                <a:cs typeface="Arial"/>
              </a:rPr>
              <a:t>DOF</a:t>
            </a:r>
            <a:r>
              <a:rPr sz="2850" b="1" i="1" dirty="0">
                <a:latin typeface="Arial"/>
                <a:cs typeface="Arial"/>
              </a:rPr>
              <a:t>	</a:t>
            </a:r>
            <a:r>
              <a:rPr sz="2850" b="1" i="1" spc="160" dirty="0">
                <a:latin typeface="Arial"/>
                <a:cs typeface="Arial"/>
              </a:rPr>
              <a:t>sorting </a:t>
            </a:r>
            <a:r>
              <a:rPr sz="2850" b="1" i="1" spc="210" dirty="0">
                <a:latin typeface="Arial"/>
                <a:cs typeface="Arial"/>
              </a:rPr>
              <a:t>arm</a:t>
            </a:r>
            <a:r>
              <a:rPr sz="2850" b="1" i="1" spc="360" dirty="0">
                <a:latin typeface="Arial"/>
                <a:cs typeface="Arial"/>
              </a:rPr>
              <a:t> </a:t>
            </a:r>
            <a:r>
              <a:rPr sz="2850" b="1" i="1" spc="185" dirty="0">
                <a:latin typeface="Arial"/>
                <a:cs typeface="Arial"/>
              </a:rPr>
              <a:t>and</a:t>
            </a:r>
            <a:r>
              <a:rPr sz="2850" b="1" i="1" spc="365" dirty="0">
                <a:latin typeface="Arial"/>
                <a:cs typeface="Arial"/>
              </a:rPr>
              <a:t> </a:t>
            </a:r>
            <a:r>
              <a:rPr sz="2850" b="1" i="1" spc="265" dirty="0">
                <a:latin typeface="Arial"/>
                <a:cs typeface="Arial"/>
              </a:rPr>
              <a:t>GPS-</a:t>
            </a:r>
            <a:r>
              <a:rPr sz="2850" b="1" i="1" spc="195" dirty="0">
                <a:latin typeface="Arial"/>
                <a:cs typeface="Arial"/>
              </a:rPr>
              <a:t>guided</a:t>
            </a:r>
            <a:r>
              <a:rPr sz="2850" b="1" i="1" spc="370" dirty="0">
                <a:latin typeface="Arial"/>
                <a:cs typeface="Arial"/>
              </a:rPr>
              <a:t> </a:t>
            </a:r>
            <a:r>
              <a:rPr sz="2850" b="1" i="1" spc="229" dirty="0">
                <a:latin typeface="Arial"/>
                <a:cs typeface="Arial"/>
              </a:rPr>
              <a:t>collection</a:t>
            </a:r>
            <a:r>
              <a:rPr sz="2850" b="1" i="1" spc="370" dirty="0">
                <a:latin typeface="Arial"/>
                <a:cs typeface="Arial"/>
              </a:rPr>
              <a:t> </a:t>
            </a:r>
            <a:r>
              <a:rPr sz="2850" b="1" i="1" spc="185" dirty="0">
                <a:latin typeface="Arial"/>
                <a:cs typeface="Arial"/>
              </a:rPr>
              <a:t>vehicle.</a:t>
            </a:r>
            <a:endParaRPr sz="2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2850">
              <a:latin typeface="Arial"/>
              <a:cs typeface="Arial"/>
            </a:endParaRPr>
          </a:p>
          <a:p>
            <a:pPr marL="12700" marR="5080">
              <a:lnSpc>
                <a:spcPct val="103400"/>
              </a:lnSpc>
              <a:tabLst>
                <a:tab pos="1799589" algn="l"/>
                <a:tab pos="3423285" algn="l"/>
                <a:tab pos="4876165" algn="l"/>
                <a:tab pos="6908800" algn="l"/>
                <a:tab pos="8928100" algn="l"/>
                <a:tab pos="10055860" algn="l"/>
                <a:tab pos="11767820" algn="l"/>
                <a:tab pos="12339955" algn="l"/>
                <a:tab pos="12895580" algn="l"/>
                <a:tab pos="14669769" algn="l"/>
              </a:tabLst>
            </a:pPr>
            <a:r>
              <a:rPr sz="2850" b="1" i="1" u="heavy" spc="204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Modular</a:t>
            </a:r>
            <a:r>
              <a:rPr sz="2850" b="1" i="1" u="heavy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	</a:t>
            </a:r>
            <a:r>
              <a:rPr sz="2850" b="1" i="1" u="heavy" spc="135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Desi</a:t>
            </a:r>
            <a:r>
              <a:rPr sz="2850" b="1" i="1" spc="135" dirty="0">
                <a:solidFill>
                  <a:srgbClr val="1700AC"/>
                </a:solidFill>
                <a:latin typeface="Arial"/>
                <a:cs typeface="Arial"/>
              </a:rPr>
              <a:t>g</a:t>
            </a:r>
            <a:r>
              <a:rPr sz="2850" b="1" i="1" u="heavy" spc="-459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 </a:t>
            </a:r>
            <a:r>
              <a:rPr sz="2850" b="1" i="1" u="heavy" spc="-35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n:</a:t>
            </a:r>
            <a:r>
              <a:rPr sz="2850" b="1" i="1" dirty="0">
                <a:solidFill>
                  <a:srgbClr val="1700AC"/>
                </a:solidFill>
                <a:latin typeface="Arial"/>
                <a:cs typeface="Arial"/>
              </a:rPr>
              <a:t>	</a:t>
            </a:r>
            <a:r>
              <a:rPr sz="2850" b="1" i="1" spc="125" dirty="0">
                <a:latin typeface="Arial"/>
                <a:cs typeface="Arial"/>
              </a:rPr>
              <a:t>Allows</a:t>
            </a:r>
            <a:r>
              <a:rPr sz="2850" b="1" i="1" dirty="0">
                <a:latin typeface="Arial"/>
                <a:cs typeface="Arial"/>
              </a:rPr>
              <a:t>	</a:t>
            </a:r>
            <a:r>
              <a:rPr sz="2850" b="1" i="1" spc="220" dirty="0">
                <a:latin typeface="Arial"/>
                <a:cs typeface="Arial"/>
              </a:rPr>
              <a:t>hardware</a:t>
            </a:r>
            <a:r>
              <a:rPr sz="2850" b="1" i="1" dirty="0">
                <a:latin typeface="Arial"/>
                <a:cs typeface="Arial"/>
              </a:rPr>
              <a:t>	</a:t>
            </a:r>
            <a:r>
              <a:rPr sz="2850" b="1" i="1" spc="185" dirty="0">
                <a:latin typeface="Arial"/>
                <a:cs typeface="Arial"/>
              </a:rPr>
              <a:t>upgrades</a:t>
            </a:r>
            <a:r>
              <a:rPr sz="2850" b="1" i="1" dirty="0">
                <a:latin typeface="Arial"/>
                <a:cs typeface="Arial"/>
              </a:rPr>
              <a:t>	</a:t>
            </a:r>
            <a:r>
              <a:rPr sz="2850" b="1" i="1" spc="215" dirty="0">
                <a:latin typeface="Arial"/>
                <a:cs typeface="Arial"/>
              </a:rPr>
              <a:t>(new</a:t>
            </a:r>
            <a:r>
              <a:rPr sz="2850" b="1" i="1" dirty="0">
                <a:latin typeface="Arial"/>
                <a:cs typeface="Arial"/>
              </a:rPr>
              <a:t>	</a:t>
            </a:r>
            <a:r>
              <a:rPr sz="2850" b="1" i="1" spc="145" dirty="0">
                <a:latin typeface="Arial"/>
                <a:cs typeface="Arial"/>
              </a:rPr>
              <a:t>sensors</a:t>
            </a:r>
            <a:r>
              <a:rPr sz="2850" b="1" i="1" dirty="0">
                <a:latin typeface="Arial"/>
                <a:cs typeface="Arial"/>
              </a:rPr>
              <a:t>	</a:t>
            </a:r>
            <a:r>
              <a:rPr sz="2850" b="1" i="1" spc="95" dirty="0">
                <a:latin typeface="Arial"/>
                <a:cs typeface="Arial"/>
              </a:rPr>
              <a:t>or</a:t>
            </a:r>
            <a:r>
              <a:rPr sz="2850" b="1" i="1" dirty="0">
                <a:latin typeface="Arial"/>
                <a:cs typeface="Arial"/>
              </a:rPr>
              <a:t>	</a:t>
            </a:r>
            <a:r>
              <a:rPr sz="2850" b="1" i="1" spc="25" dirty="0">
                <a:latin typeface="Arial"/>
                <a:cs typeface="Arial"/>
              </a:rPr>
              <a:t>AI</a:t>
            </a:r>
            <a:r>
              <a:rPr sz="2850" b="1" i="1" dirty="0">
                <a:latin typeface="Arial"/>
                <a:cs typeface="Arial"/>
              </a:rPr>
              <a:t>	</a:t>
            </a:r>
            <a:r>
              <a:rPr sz="2850" b="1" i="1" spc="215" dirty="0">
                <a:latin typeface="Arial"/>
                <a:cs typeface="Arial"/>
              </a:rPr>
              <a:t>models)</a:t>
            </a:r>
            <a:r>
              <a:rPr sz="2850" b="1" i="1" dirty="0">
                <a:latin typeface="Arial"/>
                <a:cs typeface="Arial"/>
              </a:rPr>
              <a:t>	</a:t>
            </a:r>
            <a:r>
              <a:rPr sz="2850" b="1" i="1" spc="235" dirty="0">
                <a:latin typeface="Arial"/>
                <a:cs typeface="Arial"/>
              </a:rPr>
              <a:t>without </a:t>
            </a:r>
            <a:r>
              <a:rPr sz="2850" b="1" i="1" spc="210" dirty="0">
                <a:latin typeface="Arial"/>
                <a:cs typeface="Arial"/>
              </a:rPr>
              <a:t>system</a:t>
            </a:r>
            <a:r>
              <a:rPr sz="2850" b="1" i="1" spc="355" dirty="0">
                <a:latin typeface="Arial"/>
                <a:cs typeface="Arial"/>
              </a:rPr>
              <a:t> </a:t>
            </a:r>
            <a:r>
              <a:rPr sz="2850" b="1" i="1" spc="175" dirty="0">
                <a:latin typeface="Arial"/>
                <a:cs typeface="Arial"/>
              </a:rPr>
              <a:t>redesign</a:t>
            </a:r>
            <a:r>
              <a:rPr sz="2850" b="1" i="1" spc="175" dirty="0">
                <a:solidFill>
                  <a:srgbClr val="2A3325"/>
                </a:solidFill>
                <a:latin typeface="Arial"/>
                <a:cs typeface="Arial"/>
              </a:rPr>
              <a:t>.</a:t>
            </a:r>
            <a:endParaRPr sz="285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906971" y="1217295"/>
            <a:ext cx="14024610" cy="8910955"/>
            <a:chOff x="3906971" y="1217295"/>
            <a:chExt cx="14024610" cy="8910955"/>
          </a:xfrm>
        </p:grpSpPr>
        <p:sp>
          <p:nvSpPr>
            <p:cNvPr id="11" name="object 11"/>
            <p:cNvSpPr/>
            <p:nvPr/>
          </p:nvSpPr>
          <p:spPr>
            <a:xfrm>
              <a:off x="3906971" y="1241107"/>
              <a:ext cx="9906000" cy="0"/>
            </a:xfrm>
            <a:custGeom>
              <a:avLst/>
              <a:gdLst/>
              <a:ahLst/>
              <a:cxnLst/>
              <a:rect l="l" t="t" r="r" b="b"/>
              <a:pathLst>
                <a:path w="9906000">
                  <a:moveTo>
                    <a:pt x="0" y="0"/>
                  </a:moveTo>
                  <a:lnTo>
                    <a:pt x="9905739" y="0"/>
                  </a:lnTo>
                </a:path>
              </a:pathLst>
            </a:custGeom>
            <a:ln w="47624">
              <a:solidFill>
                <a:srgbClr val="5C53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73518" y="5955796"/>
              <a:ext cx="6657974" cy="4171949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964417" y="32448"/>
            <a:ext cx="11791315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0" b="1" spc="-15" dirty="0">
                <a:solidFill>
                  <a:srgbClr val="404A3B"/>
                </a:solidFill>
                <a:latin typeface="Trebuchet MS"/>
                <a:cs typeface="Trebuchet MS"/>
              </a:rPr>
              <a:t>SO</a:t>
            </a:r>
            <a:r>
              <a:rPr sz="8000" b="1" spc="-140" dirty="0">
                <a:solidFill>
                  <a:srgbClr val="404A3B"/>
                </a:solidFill>
                <a:latin typeface="Trebuchet MS"/>
                <a:cs typeface="Trebuchet MS"/>
              </a:rPr>
              <a:t>L</a:t>
            </a:r>
            <a:r>
              <a:rPr sz="8000" b="1" spc="-15" dirty="0">
                <a:solidFill>
                  <a:srgbClr val="404A3B"/>
                </a:solidFill>
                <a:latin typeface="Trebuchet MS"/>
                <a:cs typeface="Trebuchet MS"/>
              </a:rPr>
              <a:t>UTIO</a:t>
            </a:r>
            <a:r>
              <a:rPr sz="8000" b="1" spc="-570" dirty="0">
                <a:solidFill>
                  <a:srgbClr val="404A3B"/>
                </a:solidFill>
                <a:latin typeface="Trebuchet MS"/>
                <a:cs typeface="Trebuchet MS"/>
              </a:rPr>
              <a:t>N</a:t>
            </a:r>
            <a:r>
              <a:rPr sz="8000" b="1" spc="-65" dirty="0">
                <a:solidFill>
                  <a:srgbClr val="404A3B"/>
                </a:solidFill>
                <a:latin typeface="Trebuchet MS"/>
                <a:cs typeface="Trebuchet MS"/>
              </a:rPr>
              <a:t> </a:t>
            </a:r>
            <a:r>
              <a:rPr sz="8000" b="1" spc="-1130" dirty="0">
                <a:solidFill>
                  <a:srgbClr val="404A3B"/>
                </a:solidFill>
                <a:latin typeface="Trebuchet MS"/>
                <a:cs typeface="Trebuchet MS"/>
              </a:rPr>
              <a:t>&amp;</a:t>
            </a:r>
            <a:r>
              <a:rPr sz="8000" b="1" spc="530" dirty="0">
                <a:solidFill>
                  <a:srgbClr val="404A3B"/>
                </a:solidFill>
                <a:latin typeface="Trebuchet MS"/>
                <a:cs typeface="Trebuchet MS"/>
              </a:rPr>
              <a:t> </a:t>
            </a:r>
            <a:r>
              <a:rPr sz="8000" b="1" spc="-5" dirty="0">
                <a:solidFill>
                  <a:srgbClr val="404A3B"/>
                </a:solidFill>
                <a:latin typeface="Trebuchet MS"/>
                <a:cs typeface="Trebuchet MS"/>
              </a:rPr>
              <a:t>UNIQUENE</a:t>
            </a:r>
            <a:r>
              <a:rPr sz="8000" b="1" spc="-130" dirty="0">
                <a:solidFill>
                  <a:srgbClr val="404A3B"/>
                </a:solidFill>
                <a:latin typeface="Trebuchet MS"/>
                <a:cs typeface="Trebuchet MS"/>
              </a:rPr>
              <a:t>S</a:t>
            </a:r>
            <a:r>
              <a:rPr sz="8000" b="1" spc="-560" dirty="0">
                <a:solidFill>
                  <a:srgbClr val="404A3B"/>
                </a:solidFill>
                <a:latin typeface="Trebuchet MS"/>
                <a:cs typeface="Trebuchet MS"/>
              </a:rPr>
              <a:t>S</a:t>
            </a:r>
            <a:endParaRPr sz="8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404A3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361759" y="524431"/>
            <a:ext cx="17535525" cy="9239250"/>
            <a:chOff x="361759" y="524431"/>
            <a:chExt cx="17535525" cy="9239250"/>
          </a:xfrm>
        </p:grpSpPr>
        <p:sp>
          <p:nvSpPr>
            <p:cNvPr id="4" name="object 4"/>
            <p:cNvSpPr/>
            <p:nvPr/>
          </p:nvSpPr>
          <p:spPr>
            <a:xfrm>
              <a:off x="361759" y="524431"/>
              <a:ext cx="17535525" cy="9239250"/>
            </a:xfrm>
            <a:custGeom>
              <a:avLst/>
              <a:gdLst/>
              <a:ahLst/>
              <a:cxnLst/>
              <a:rect l="l" t="t" r="r" b="b"/>
              <a:pathLst>
                <a:path w="17535525" h="9239250">
                  <a:moveTo>
                    <a:pt x="17535523" y="9239249"/>
                  </a:moveTo>
                  <a:lnTo>
                    <a:pt x="0" y="9239249"/>
                  </a:lnTo>
                  <a:lnTo>
                    <a:pt x="0" y="0"/>
                  </a:lnTo>
                  <a:lnTo>
                    <a:pt x="17535523" y="0"/>
                  </a:lnTo>
                  <a:lnTo>
                    <a:pt x="17535523" y="9239249"/>
                  </a:lnTo>
                  <a:close/>
                </a:path>
              </a:pathLst>
            </a:custGeom>
            <a:solidFill>
              <a:srgbClr val="FFF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883979" y="1579147"/>
              <a:ext cx="9906000" cy="0"/>
            </a:xfrm>
            <a:custGeom>
              <a:avLst/>
              <a:gdLst/>
              <a:ahLst/>
              <a:cxnLst/>
              <a:rect l="l" t="t" r="r" b="b"/>
              <a:pathLst>
                <a:path w="9906000">
                  <a:moveTo>
                    <a:pt x="0" y="0"/>
                  </a:moveTo>
                  <a:lnTo>
                    <a:pt x="9905739" y="0"/>
                  </a:lnTo>
                </a:path>
              </a:pathLst>
            </a:custGeom>
            <a:ln w="47624">
              <a:solidFill>
                <a:srgbClr val="404A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37871" y="1514060"/>
            <a:ext cx="9295765" cy="95885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ts val="3750"/>
              </a:lnSpc>
              <a:spcBef>
                <a:spcPts val="50"/>
              </a:spcBef>
              <a:tabLst>
                <a:tab pos="1469390" algn="l"/>
                <a:tab pos="3034665" algn="l"/>
                <a:tab pos="5720080" algn="l"/>
                <a:tab pos="7146290" algn="l"/>
                <a:tab pos="8568055" algn="l"/>
              </a:tabLst>
            </a:pPr>
            <a:r>
              <a:rPr sz="3000" b="1" i="1" u="heavy" spc="200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Smart</a:t>
            </a:r>
            <a:r>
              <a:rPr sz="3000" b="1" i="1" u="heavy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	</a:t>
            </a:r>
            <a:r>
              <a:rPr sz="3000" b="1" i="1" u="heavy" spc="165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Cities</a:t>
            </a:r>
            <a:r>
              <a:rPr sz="3000" b="1" i="1" spc="165" dirty="0">
                <a:solidFill>
                  <a:srgbClr val="1700AC"/>
                </a:solidFill>
                <a:latin typeface="Arial"/>
                <a:cs typeface="Arial"/>
              </a:rPr>
              <a:t>:</a:t>
            </a:r>
            <a:r>
              <a:rPr sz="3000" b="1" i="1" dirty="0">
                <a:solidFill>
                  <a:srgbClr val="1700AC"/>
                </a:solidFill>
                <a:latin typeface="Arial"/>
                <a:cs typeface="Arial"/>
              </a:rPr>
              <a:t>	</a:t>
            </a:r>
            <a:r>
              <a:rPr sz="3000" b="1" i="1" spc="270" dirty="0">
                <a:latin typeface="Arial"/>
                <a:cs typeface="Arial"/>
              </a:rPr>
              <a:t>High-</a:t>
            </a:r>
            <a:r>
              <a:rPr sz="3000" b="1" i="1" spc="250" dirty="0">
                <a:latin typeface="Arial"/>
                <a:cs typeface="Arial"/>
              </a:rPr>
              <a:t>traffic</a:t>
            </a:r>
            <a:r>
              <a:rPr sz="3000" b="1" i="1" dirty="0">
                <a:latin typeface="Arial"/>
                <a:cs typeface="Arial"/>
              </a:rPr>
              <a:t>	</a:t>
            </a:r>
            <a:r>
              <a:rPr sz="3000" b="1" i="1" spc="175" dirty="0">
                <a:latin typeface="Arial"/>
                <a:cs typeface="Arial"/>
              </a:rPr>
              <a:t>urban</a:t>
            </a:r>
            <a:r>
              <a:rPr sz="3000" b="1" i="1" dirty="0">
                <a:latin typeface="Arial"/>
                <a:cs typeface="Arial"/>
              </a:rPr>
              <a:t>	</a:t>
            </a:r>
            <a:r>
              <a:rPr sz="3000" b="1" i="1" spc="135" dirty="0">
                <a:latin typeface="Arial"/>
                <a:cs typeface="Arial"/>
              </a:rPr>
              <a:t>zones</a:t>
            </a:r>
            <a:r>
              <a:rPr sz="3000" b="1" i="1" dirty="0">
                <a:latin typeface="Arial"/>
                <a:cs typeface="Arial"/>
              </a:rPr>
              <a:t>	</a:t>
            </a:r>
            <a:r>
              <a:rPr sz="3000" b="1" i="1" spc="125" dirty="0">
                <a:latin typeface="Arial"/>
                <a:cs typeface="Arial"/>
              </a:rPr>
              <a:t>like </a:t>
            </a:r>
            <a:r>
              <a:rPr sz="3000" b="1" i="1" spc="240" dirty="0">
                <a:latin typeface="Arial"/>
                <a:cs typeface="Arial"/>
              </a:rPr>
              <a:t>transit</a:t>
            </a:r>
            <a:r>
              <a:rPr sz="3000" b="1" i="1" spc="370" dirty="0">
                <a:latin typeface="Arial"/>
                <a:cs typeface="Arial"/>
              </a:rPr>
              <a:t> </a:t>
            </a:r>
            <a:r>
              <a:rPr sz="3000" b="1" i="1" spc="150" dirty="0">
                <a:latin typeface="Arial"/>
                <a:cs typeface="Arial"/>
              </a:rPr>
              <a:t>hubs</a:t>
            </a:r>
            <a:r>
              <a:rPr sz="3000" b="1" i="1" spc="375" dirty="0">
                <a:latin typeface="Arial"/>
                <a:cs typeface="Arial"/>
              </a:rPr>
              <a:t> </a:t>
            </a:r>
            <a:r>
              <a:rPr sz="3000" b="1" i="1" spc="180" dirty="0">
                <a:latin typeface="Arial"/>
                <a:cs typeface="Arial"/>
              </a:rPr>
              <a:t>and</a:t>
            </a:r>
            <a:r>
              <a:rPr sz="3000" b="1" i="1" spc="375" dirty="0">
                <a:latin typeface="Arial"/>
                <a:cs typeface="Arial"/>
              </a:rPr>
              <a:t> </a:t>
            </a:r>
            <a:r>
              <a:rPr sz="3000" b="1" i="1" spc="160" dirty="0">
                <a:latin typeface="Arial"/>
                <a:cs typeface="Arial"/>
              </a:rPr>
              <a:t>parks.</a:t>
            </a:r>
            <a:endParaRPr sz="3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7871" y="2942810"/>
            <a:ext cx="9295765" cy="2387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ts val="3750"/>
              </a:lnSpc>
              <a:spcBef>
                <a:spcPts val="100"/>
              </a:spcBef>
            </a:pPr>
            <a:r>
              <a:rPr sz="3000" b="1" i="1" u="heavy" spc="200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Industrial</a:t>
            </a:r>
            <a:r>
              <a:rPr sz="3000" b="1" i="1" u="heavy" spc="555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     </a:t>
            </a:r>
            <a:r>
              <a:rPr sz="3000" b="1" i="1" u="heavy" spc="155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Facilities:</a:t>
            </a:r>
            <a:r>
              <a:rPr sz="3000" b="1" i="1" spc="555" dirty="0">
                <a:solidFill>
                  <a:srgbClr val="1700AC"/>
                </a:solidFill>
                <a:latin typeface="Arial"/>
                <a:cs typeface="Arial"/>
              </a:rPr>
              <a:t>     </a:t>
            </a:r>
            <a:r>
              <a:rPr sz="3000" b="1" i="1" spc="185" dirty="0">
                <a:latin typeface="Arial"/>
                <a:cs typeface="Arial"/>
              </a:rPr>
              <a:t>Factories</a:t>
            </a:r>
            <a:r>
              <a:rPr sz="3000" b="1" i="1" spc="555" dirty="0">
                <a:latin typeface="Arial"/>
                <a:cs typeface="Arial"/>
              </a:rPr>
              <a:t>     </a:t>
            </a:r>
            <a:r>
              <a:rPr sz="3000" b="1" i="1" spc="114" dirty="0">
                <a:latin typeface="Arial"/>
                <a:cs typeface="Arial"/>
              </a:rPr>
              <a:t>and </a:t>
            </a:r>
            <a:r>
              <a:rPr sz="3000" b="1" i="1" spc="215" dirty="0">
                <a:latin typeface="Arial"/>
                <a:cs typeface="Arial"/>
              </a:rPr>
              <a:t>campuses</a:t>
            </a:r>
            <a:r>
              <a:rPr sz="3000" b="1" i="1" spc="665" dirty="0">
                <a:latin typeface="Arial"/>
                <a:cs typeface="Arial"/>
              </a:rPr>
              <a:t>   </a:t>
            </a:r>
            <a:r>
              <a:rPr sz="3000" b="1" i="1" spc="185" dirty="0">
                <a:latin typeface="Arial"/>
                <a:cs typeface="Arial"/>
              </a:rPr>
              <a:t>requiring</a:t>
            </a:r>
            <a:r>
              <a:rPr sz="3000" b="1" i="1" spc="670" dirty="0">
                <a:latin typeface="Arial"/>
                <a:cs typeface="Arial"/>
              </a:rPr>
              <a:t>   </a:t>
            </a:r>
            <a:r>
              <a:rPr sz="3000" b="1" i="1" spc="200" dirty="0">
                <a:latin typeface="Arial"/>
                <a:cs typeface="Arial"/>
              </a:rPr>
              <a:t>safe</a:t>
            </a:r>
            <a:r>
              <a:rPr sz="3000" b="1" i="1" spc="670" dirty="0">
                <a:latin typeface="Arial"/>
                <a:cs typeface="Arial"/>
              </a:rPr>
              <a:t>   </a:t>
            </a:r>
            <a:r>
              <a:rPr sz="3000" b="1" i="1" spc="160" dirty="0">
                <a:latin typeface="Arial"/>
                <a:cs typeface="Arial"/>
              </a:rPr>
              <a:t>handling</a:t>
            </a:r>
            <a:r>
              <a:rPr sz="3000" b="1" i="1" spc="670" dirty="0">
                <a:latin typeface="Arial"/>
                <a:cs typeface="Arial"/>
              </a:rPr>
              <a:t>   </a:t>
            </a:r>
            <a:r>
              <a:rPr sz="3000" b="1" i="1" spc="55" dirty="0">
                <a:latin typeface="Arial"/>
                <a:cs typeface="Arial"/>
              </a:rPr>
              <a:t>of </a:t>
            </a:r>
            <a:r>
              <a:rPr sz="3000" b="1" i="1" spc="185" dirty="0">
                <a:latin typeface="Arial"/>
                <a:cs typeface="Arial"/>
              </a:rPr>
              <a:t>hazardous</a:t>
            </a:r>
            <a:r>
              <a:rPr sz="3000" b="1" i="1" spc="380" dirty="0">
                <a:latin typeface="Arial"/>
                <a:cs typeface="Arial"/>
              </a:rPr>
              <a:t> </a:t>
            </a:r>
            <a:r>
              <a:rPr sz="3000" b="1" i="1" spc="114" dirty="0">
                <a:latin typeface="Arial"/>
                <a:cs typeface="Arial"/>
              </a:rPr>
              <a:t>or</a:t>
            </a:r>
            <a:r>
              <a:rPr sz="3000" b="1" i="1" spc="385" dirty="0">
                <a:latin typeface="Arial"/>
                <a:cs typeface="Arial"/>
              </a:rPr>
              <a:t> </a:t>
            </a:r>
            <a:r>
              <a:rPr sz="3000" b="1" i="1" spc="240" dirty="0">
                <a:latin typeface="Arial"/>
                <a:cs typeface="Arial"/>
              </a:rPr>
              <a:t>metallic</a:t>
            </a:r>
            <a:r>
              <a:rPr sz="3000" b="1" i="1" spc="380" dirty="0">
                <a:latin typeface="Arial"/>
                <a:cs typeface="Arial"/>
              </a:rPr>
              <a:t> </a:t>
            </a:r>
            <a:r>
              <a:rPr sz="3000" b="1" i="1" spc="204" dirty="0">
                <a:latin typeface="Arial"/>
                <a:cs typeface="Arial"/>
              </a:rPr>
              <a:t>materials.</a:t>
            </a: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300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</a:pPr>
            <a:r>
              <a:rPr sz="3000" b="1" i="1" spc="215" dirty="0">
                <a:solidFill>
                  <a:srgbClr val="1700AC"/>
                </a:solidFill>
                <a:latin typeface="Arial"/>
                <a:cs typeface="Arial"/>
              </a:rPr>
              <a:t>Healthcare</a:t>
            </a:r>
            <a:r>
              <a:rPr sz="3000" b="1" i="1" spc="215" dirty="0">
                <a:solidFill>
                  <a:srgbClr val="525DD9"/>
                </a:solidFill>
                <a:latin typeface="Arial"/>
                <a:cs typeface="Arial"/>
              </a:rPr>
              <a:t>:</a:t>
            </a:r>
            <a:r>
              <a:rPr sz="3000" b="1" i="1" spc="670" dirty="0">
                <a:solidFill>
                  <a:srgbClr val="525DD9"/>
                </a:solidFill>
                <a:latin typeface="Arial"/>
                <a:cs typeface="Arial"/>
              </a:rPr>
              <a:t>     </a:t>
            </a:r>
            <a:r>
              <a:rPr sz="3000" b="1" i="1" spc="190" dirty="0">
                <a:latin typeface="Arial"/>
                <a:cs typeface="Arial"/>
              </a:rPr>
              <a:t>Adapting</a:t>
            </a:r>
            <a:r>
              <a:rPr sz="3000" b="1" i="1" spc="670" dirty="0">
                <a:latin typeface="Arial"/>
                <a:cs typeface="Arial"/>
              </a:rPr>
              <a:t>     </a:t>
            </a:r>
            <a:r>
              <a:rPr sz="3000" b="1" i="1" spc="135" dirty="0">
                <a:latin typeface="Arial"/>
                <a:cs typeface="Arial"/>
              </a:rPr>
              <a:t>sensors</a:t>
            </a:r>
            <a:endParaRPr sz="3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332560" y="4847809"/>
            <a:ext cx="60134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i="1" spc="150" dirty="0">
                <a:latin typeface="Arial"/>
                <a:cs typeface="Arial"/>
              </a:rPr>
              <a:t>for</a:t>
            </a:r>
            <a:endParaRPr sz="3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7871" y="5324059"/>
            <a:ext cx="9296400" cy="2387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3000" b="1" i="1" spc="229" dirty="0">
                <a:latin typeface="Arial"/>
                <a:cs typeface="Arial"/>
              </a:rPr>
              <a:t>biomedical</a:t>
            </a:r>
            <a:r>
              <a:rPr sz="3000" b="1" i="1" spc="375" dirty="0">
                <a:latin typeface="Arial"/>
                <a:cs typeface="Arial"/>
              </a:rPr>
              <a:t> </a:t>
            </a:r>
            <a:r>
              <a:rPr sz="3000" b="1" i="1" spc="215" dirty="0">
                <a:latin typeface="Arial"/>
                <a:cs typeface="Arial"/>
              </a:rPr>
              <a:t>waste</a:t>
            </a:r>
            <a:r>
              <a:rPr sz="3000" b="1" i="1" spc="380" dirty="0">
                <a:latin typeface="Arial"/>
                <a:cs typeface="Arial"/>
              </a:rPr>
              <a:t> </a:t>
            </a:r>
            <a:r>
              <a:rPr sz="3000" b="1" i="1" spc="190" dirty="0">
                <a:latin typeface="Arial"/>
                <a:cs typeface="Arial"/>
              </a:rPr>
              <a:t>monitoring</a:t>
            </a:r>
            <a:r>
              <a:rPr sz="3000" b="1" i="1" spc="380" dirty="0">
                <a:latin typeface="Arial"/>
                <a:cs typeface="Arial"/>
              </a:rPr>
              <a:t> </a:t>
            </a:r>
            <a:r>
              <a:rPr sz="3000" b="1" i="1" spc="75" dirty="0">
                <a:latin typeface="Arial"/>
                <a:cs typeface="Arial"/>
              </a:rPr>
              <a:t>in</a:t>
            </a:r>
            <a:r>
              <a:rPr sz="3000" b="1" i="1" spc="380" dirty="0">
                <a:latin typeface="Arial"/>
                <a:cs typeface="Arial"/>
              </a:rPr>
              <a:t> </a:t>
            </a:r>
            <a:r>
              <a:rPr sz="3000" b="1" i="1" spc="175" dirty="0">
                <a:latin typeface="Arial"/>
                <a:cs typeface="Arial"/>
              </a:rPr>
              <a:t>hospitals.</a:t>
            </a: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3000">
              <a:latin typeface="Arial"/>
              <a:cs typeface="Arial"/>
            </a:endParaRPr>
          </a:p>
          <a:p>
            <a:pPr marL="12700" marR="5080" algn="just">
              <a:lnSpc>
                <a:spcPct val="104200"/>
              </a:lnSpc>
              <a:spcBef>
                <a:spcPts val="5"/>
              </a:spcBef>
            </a:pPr>
            <a:r>
              <a:rPr sz="3000" b="1" i="1" u="heavy" spc="145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Rural/</a:t>
            </a:r>
            <a:r>
              <a:rPr sz="3000" b="1" i="1" u="heavy" spc="-210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 </a:t>
            </a:r>
            <a:r>
              <a:rPr sz="3000" b="1" i="1" u="heavy" spc="180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Remote</a:t>
            </a:r>
            <a:r>
              <a:rPr sz="3000" b="1" i="1" u="heavy" spc="520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    </a:t>
            </a:r>
            <a:r>
              <a:rPr sz="3000" b="1" i="1" u="heavy" spc="135" dirty="0">
                <a:solidFill>
                  <a:srgbClr val="1700AC"/>
                </a:solidFill>
                <a:uFill>
                  <a:solidFill>
                    <a:srgbClr val="1700AC"/>
                  </a:solidFill>
                </a:uFill>
                <a:latin typeface="Arial"/>
                <a:cs typeface="Arial"/>
              </a:rPr>
              <a:t>Areas:</a:t>
            </a:r>
            <a:r>
              <a:rPr sz="3000" b="1" i="1" spc="590" dirty="0">
                <a:solidFill>
                  <a:srgbClr val="1700AC"/>
                </a:solidFill>
                <a:latin typeface="Arial"/>
                <a:cs typeface="Arial"/>
              </a:rPr>
              <a:t>    </a:t>
            </a:r>
            <a:r>
              <a:rPr sz="3000" b="1" i="1" spc="409" dirty="0">
                <a:latin typeface="Arial"/>
                <a:cs typeface="Arial"/>
              </a:rPr>
              <a:t>Off-</a:t>
            </a:r>
            <a:r>
              <a:rPr sz="3000" b="1" i="1" spc="130" dirty="0">
                <a:latin typeface="Arial"/>
                <a:cs typeface="Arial"/>
              </a:rPr>
              <a:t>grid,</a:t>
            </a:r>
            <a:r>
              <a:rPr sz="3000" b="1" i="1" spc="590" dirty="0">
                <a:latin typeface="Arial"/>
                <a:cs typeface="Arial"/>
              </a:rPr>
              <a:t>    </a:t>
            </a:r>
            <a:r>
              <a:rPr sz="3000" b="1" i="1" spc="220" dirty="0">
                <a:latin typeface="Arial"/>
                <a:cs typeface="Arial"/>
              </a:rPr>
              <a:t>solar- </a:t>
            </a:r>
            <a:r>
              <a:rPr sz="3000" b="1" i="1" spc="229" dirty="0">
                <a:latin typeface="Arial"/>
                <a:cs typeface="Arial"/>
              </a:rPr>
              <a:t>powered</a:t>
            </a:r>
            <a:r>
              <a:rPr sz="3000" b="1" i="1" spc="-15" dirty="0">
                <a:latin typeface="Arial"/>
                <a:cs typeface="Arial"/>
              </a:rPr>
              <a:t>  </a:t>
            </a:r>
            <a:r>
              <a:rPr sz="3000" b="1" i="1" spc="150" dirty="0">
                <a:latin typeface="Arial"/>
                <a:cs typeface="Arial"/>
              </a:rPr>
              <a:t>bins</a:t>
            </a:r>
            <a:r>
              <a:rPr sz="3000" b="1" i="1" spc="-10" dirty="0">
                <a:latin typeface="Arial"/>
                <a:cs typeface="Arial"/>
              </a:rPr>
              <a:t>  </a:t>
            </a:r>
            <a:r>
              <a:rPr sz="3000" b="1" i="1" spc="175" dirty="0">
                <a:latin typeface="Arial"/>
                <a:cs typeface="Arial"/>
              </a:rPr>
              <a:t>for</a:t>
            </a:r>
            <a:r>
              <a:rPr sz="3000" b="1" i="1" spc="-10" dirty="0">
                <a:latin typeface="Arial"/>
                <a:cs typeface="Arial"/>
              </a:rPr>
              <a:t>  </a:t>
            </a:r>
            <a:r>
              <a:rPr sz="3000" b="1" i="1" spc="235" dirty="0">
                <a:latin typeface="Arial"/>
                <a:cs typeface="Arial"/>
              </a:rPr>
              <a:t>communities</a:t>
            </a:r>
            <a:r>
              <a:rPr sz="3000" b="1" i="1" spc="-10" dirty="0">
                <a:latin typeface="Arial"/>
                <a:cs typeface="Arial"/>
              </a:rPr>
              <a:t>  </a:t>
            </a:r>
            <a:r>
              <a:rPr sz="3000" b="1" i="1" spc="215" dirty="0">
                <a:latin typeface="Arial"/>
                <a:cs typeface="Arial"/>
              </a:rPr>
              <a:t>with</a:t>
            </a:r>
            <a:r>
              <a:rPr sz="3000" b="1" i="1" spc="-10" dirty="0">
                <a:latin typeface="Arial"/>
                <a:cs typeface="Arial"/>
              </a:rPr>
              <a:t>  </a:t>
            </a:r>
            <a:r>
              <a:rPr sz="3000" b="1" i="1" spc="210" dirty="0">
                <a:latin typeface="Arial"/>
                <a:cs typeface="Arial"/>
              </a:rPr>
              <a:t>limited </a:t>
            </a:r>
            <a:r>
              <a:rPr sz="3000" b="1" i="1" spc="235" dirty="0">
                <a:latin typeface="Arial"/>
                <a:cs typeface="Arial"/>
              </a:rPr>
              <a:t>electrification.</a:t>
            </a:r>
            <a:endParaRPr sz="30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34948" y="1931324"/>
            <a:ext cx="6419849" cy="6419849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237184" y="797036"/>
            <a:ext cx="11410315" cy="8013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050" b="1" dirty="0">
                <a:solidFill>
                  <a:srgbClr val="2A3325"/>
                </a:solidFill>
                <a:latin typeface="Trebuchet MS"/>
                <a:cs typeface="Trebuchet MS"/>
              </a:rPr>
              <a:t>MARKET</a:t>
            </a:r>
            <a:r>
              <a:rPr sz="5050" b="1" spc="325" dirty="0">
                <a:solidFill>
                  <a:srgbClr val="2A3325"/>
                </a:solidFill>
                <a:latin typeface="Trebuchet MS"/>
                <a:cs typeface="Trebuchet MS"/>
              </a:rPr>
              <a:t> </a:t>
            </a:r>
            <a:r>
              <a:rPr sz="5050" b="1" dirty="0">
                <a:solidFill>
                  <a:srgbClr val="2A3325"/>
                </a:solidFill>
                <a:latin typeface="Trebuchet MS"/>
                <a:cs typeface="Trebuchet MS"/>
              </a:rPr>
              <a:t>FEASIBILITY</a:t>
            </a:r>
            <a:r>
              <a:rPr sz="5050" b="1" spc="330" dirty="0">
                <a:solidFill>
                  <a:srgbClr val="2A3325"/>
                </a:solidFill>
                <a:latin typeface="Trebuchet MS"/>
                <a:cs typeface="Trebuchet MS"/>
              </a:rPr>
              <a:t> </a:t>
            </a:r>
            <a:r>
              <a:rPr sz="5050" b="1" spc="-680" dirty="0">
                <a:solidFill>
                  <a:srgbClr val="2A3325"/>
                </a:solidFill>
                <a:latin typeface="Trebuchet MS"/>
                <a:cs typeface="Trebuchet MS"/>
              </a:rPr>
              <a:t>&amp;</a:t>
            </a:r>
            <a:r>
              <a:rPr sz="5050" b="1" spc="325" dirty="0">
                <a:solidFill>
                  <a:srgbClr val="2A3325"/>
                </a:solidFill>
                <a:latin typeface="Trebuchet MS"/>
                <a:cs typeface="Trebuchet MS"/>
              </a:rPr>
              <a:t> </a:t>
            </a:r>
            <a:r>
              <a:rPr sz="5050" b="1" spc="-10" dirty="0">
                <a:solidFill>
                  <a:srgbClr val="2A3325"/>
                </a:solidFill>
                <a:latin typeface="Trebuchet MS"/>
                <a:cs typeface="Trebuchet MS"/>
              </a:rPr>
              <a:t>APPLICATIONS</a:t>
            </a:r>
            <a:endParaRPr sz="50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879</Words>
  <Application>Microsoft Office PowerPoint</Application>
  <PresentationFormat>Custom</PresentationFormat>
  <Paragraphs>89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2" baseType="lpstr">
      <vt:lpstr>Malgun Gothic</vt:lpstr>
      <vt:lpstr>Arial</vt:lpstr>
      <vt:lpstr>Arial Black</vt:lpstr>
      <vt:lpstr>Arial MT</vt:lpstr>
      <vt:lpstr>Calibri</vt:lpstr>
      <vt:lpstr>Franklin Gothic Medium</vt:lpstr>
      <vt:lpstr>Georgia</vt:lpstr>
      <vt:lpstr>Lucida Sans Unicode</vt:lpstr>
      <vt:lpstr>Tahoma</vt:lpstr>
      <vt:lpstr>Times New Roman</vt:lpstr>
      <vt:lpstr>Trebuchet MS</vt:lpstr>
      <vt:lpstr>Office Theme</vt:lpstr>
      <vt:lpstr>SMART SEP</vt:lpstr>
      <vt:lpstr>Objective &amp; Extended Abstract (Problem Definition)</vt:lpstr>
      <vt:lpstr>THEORETICAL BACKGROUND</vt:lpstr>
      <vt:lpstr>FLOWCHART</vt:lpstr>
      <vt:lpstr>IMPLEMENTATION (HARDWARE PROTOTYPE)</vt:lpstr>
      <vt:lpstr>IMPLEMENTATION (SOFTWARE &amp; CLOUD INTEGRATION)</vt:lpstr>
      <vt:lpstr>IMPLEMENTATION (EXPERIMENTAL RESULTS)</vt:lpstr>
      <vt:lpstr>SOLUTION &amp; UNIQUENESS</vt:lpstr>
      <vt:lpstr>MARKET FEASIBILITY &amp; APPLICATIONS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SEP</dc:title>
  <dc:creator>Supriyo Pramanik</dc:creator>
  <cp:keywords>DAHDKXC1IIM,BAGeu5IhFlI,0</cp:keywords>
  <cp:lastModifiedBy>SUMIT PAL</cp:lastModifiedBy>
  <cp:revision>1</cp:revision>
  <dcterms:created xsi:type="dcterms:W3CDTF">2026-03-09T10:45:12Z</dcterms:created>
  <dcterms:modified xsi:type="dcterms:W3CDTF">2026-03-09T10:46:40Z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2026-03-06T00:00:00Z</vt:filetime>
  </property>
  <property fmtid="{D5CDD505-2E9C-101B-9397-08002B2CF9AE}" pid="3" name="Creator">
    <vt:lpwstr>Canva</vt:lpwstr>
  </property>
  <property fmtid="{D5CDD505-2E9C-101B-9397-08002B2CF9AE}" pid="4" name="LastSaved">
    <vt:filetime>2026-03-09T00:00:00Z</vt:filetime>
  </property>
  <property fmtid="{D5CDD505-2E9C-101B-9397-08002B2CF9AE}" pid="5" name="Producer">
    <vt:lpwstr>Canva</vt:lpwstr>
  </property>
  <property fmtid="{D5CDD505-2E9C-101B-9397-08002B2CF9AE}" pid="6" name="containsAiGeneratedContent">
    <vt:lpwstr>Yes</vt:lpwstr>
  </property>
</Properties>
</file>